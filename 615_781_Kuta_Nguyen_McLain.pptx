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1" r:id="rId3"/>
    <p:sldId id="257" r:id="rId4"/>
    <p:sldId id="259" r:id="rId5"/>
    <p:sldId id="260" r:id="rId6"/>
    <p:sldId id="268" r:id="rId7"/>
    <p:sldId id="261" r:id="rId8"/>
    <p:sldId id="269" r:id="rId9"/>
    <p:sldId id="270" r:id="rId10"/>
    <p:sldId id="262" r:id="rId11"/>
    <p:sldId id="263" r:id="rId12"/>
    <p:sldId id="264" r:id="rId13"/>
    <p:sldId id="272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6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5DA43F-1144-560B-A996-9F9957834AF2}" v="315" dt="2026-05-03T01:30:45.062"/>
    <p1510:client id="{28CD629A-B9DB-A9CF-B99B-10A7A00C23E7}" v="256" dt="2026-05-02T18:18:27.084"/>
    <p1510:client id="{82DD5B66-D6D0-4284-8F09-97618DA8F3FA}" v="20" dt="2026-05-02T04:50:48.110"/>
    <p1510:client id="{B1BC418C-BAB6-675B-4F89-BC1A6E61C09C}" v="3824" dt="2026-05-03T03:11:41.358"/>
    <p1510:client id="{C8FECEF0-CD1E-8A61-D6A9-E78BD7F5FC65}" v="2340" dt="2026-05-03T02:56:57.5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yen P. Nguyen" userId="S::unguyen7@jh.edu::92021b55-417f-458a-90a7-cf14ced67da3" providerId="AD" clId="Web-{28CD629A-B9DB-A9CF-B99B-10A7A00C23E7}"/>
    <pc:docChg chg="modSld">
      <pc:chgData name="Uyen P. Nguyen" userId="S::unguyen7@jh.edu::92021b55-417f-458a-90a7-cf14ced67da3" providerId="AD" clId="Web-{28CD629A-B9DB-A9CF-B99B-10A7A00C23E7}" dt="2026-05-02T18:18:27.084" v="241" actId="1076"/>
      <pc:docMkLst>
        <pc:docMk/>
      </pc:docMkLst>
      <pc:sldChg chg="addSp delSp modSp">
        <pc:chgData name="Uyen P. Nguyen" userId="S::unguyen7@jh.edu::92021b55-417f-458a-90a7-cf14ced67da3" providerId="AD" clId="Web-{28CD629A-B9DB-A9CF-B99B-10A7A00C23E7}" dt="2026-05-02T18:18:27.084" v="241" actId="1076"/>
        <pc:sldMkLst>
          <pc:docMk/>
          <pc:sldMk cId="2092433718" sldId="265"/>
        </pc:sldMkLst>
        <pc:spChg chg="mod">
          <ac:chgData name="Uyen P. Nguyen" userId="S::unguyen7@jh.edu::92021b55-417f-458a-90a7-cf14ced67da3" providerId="AD" clId="Web-{28CD629A-B9DB-A9CF-B99B-10A7A00C23E7}" dt="2026-05-02T18:18:20.880" v="240" actId="20577"/>
          <ac:spMkLst>
            <pc:docMk/>
            <pc:sldMk cId="2092433718" sldId="265"/>
            <ac:spMk id="5" creationId="{9965C052-E98F-6144-83F2-F6994DE7D4C6}"/>
          </ac:spMkLst>
        </pc:spChg>
        <pc:graphicFrameChg chg="add del">
          <ac:chgData name="Uyen P. Nguyen" userId="S::unguyen7@jh.edu::92021b55-417f-458a-90a7-cf14ced67da3" providerId="AD" clId="Web-{28CD629A-B9DB-A9CF-B99B-10A7A00C23E7}" dt="2026-05-02T18:06:29.581" v="8"/>
          <ac:graphicFrameMkLst>
            <pc:docMk/>
            <pc:sldMk cId="2092433718" sldId="265"/>
            <ac:graphicFrameMk id="2" creationId="{FCC0F25A-A181-1B01-CB33-61642E0C0D93}"/>
          </ac:graphicFrameMkLst>
        </pc:graphicFrameChg>
        <pc:graphicFrameChg chg="add mod modGraphic">
          <ac:chgData name="Uyen P. Nguyen" userId="S::unguyen7@jh.edu::92021b55-417f-458a-90a7-cf14ced67da3" providerId="AD" clId="Web-{28CD629A-B9DB-A9CF-B99B-10A7A00C23E7}" dt="2026-05-02T18:18:27.084" v="241" actId="1076"/>
          <ac:graphicFrameMkLst>
            <pc:docMk/>
            <pc:sldMk cId="2092433718" sldId="265"/>
            <ac:graphicFrameMk id="3" creationId="{15498308-56C6-0976-7133-85BE4FA98101}"/>
          </ac:graphicFrameMkLst>
        </pc:graphicFrameChg>
      </pc:sldChg>
    </pc:docChg>
  </pc:docChgLst>
  <pc:docChgLst>
    <pc:chgData name="Uyen P. Nguyen" userId="S::unguyen7@jh.edu::92021b55-417f-458a-90a7-cf14ced67da3" providerId="AD" clId="Web-{82DD5B66-D6D0-4284-8F09-97618DA8F3FA}"/>
    <pc:docChg chg="modSld">
      <pc:chgData name="Uyen P. Nguyen" userId="S::unguyen7@jh.edu::92021b55-417f-458a-90a7-cf14ced67da3" providerId="AD" clId="Web-{82DD5B66-D6D0-4284-8F09-97618DA8F3FA}" dt="2026-05-02T04:50:46.907" v="10" actId="20577"/>
      <pc:docMkLst>
        <pc:docMk/>
      </pc:docMkLst>
      <pc:sldChg chg="modSp">
        <pc:chgData name="Uyen P. Nguyen" userId="S::unguyen7@jh.edu::92021b55-417f-458a-90a7-cf14ced67da3" providerId="AD" clId="Web-{82DD5B66-D6D0-4284-8F09-97618DA8F3FA}" dt="2026-05-02T04:50:46.907" v="10" actId="20577"/>
        <pc:sldMkLst>
          <pc:docMk/>
          <pc:sldMk cId="4131611360" sldId="256"/>
        </pc:sldMkLst>
        <pc:spChg chg="mod">
          <ac:chgData name="Uyen P. Nguyen" userId="S::unguyen7@jh.edu::92021b55-417f-458a-90a7-cf14ced67da3" providerId="AD" clId="Web-{82DD5B66-D6D0-4284-8F09-97618DA8F3FA}" dt="2026-05-02T04:50:46.907" v="10" actId="20577"/>
          <ac:spMkLst>
            <pc:docMk/>
            <pc:sldMk cId="4131611360" sldId="256"/>
            <ac:spMk id="7" creationId="{E4378A81-279B-CA9A-8E50-130D2D276DA6}"/>
          </ac:spMkLst>
        </pc:spChg>
      </pc:sldChg>
    </pc:docChg>
  </pc:docChgLst>
  <pc:docChgLst>
    <pc:chgData name="Uyen P. Nguyen" userId="S::unguyen7@jh.edu::92021b55-417f-458a-90a7-cf14ced67da3" providerId="AD" clId="Web-{C8FECEF0-CD1E-8A61-D6A9-E78BD7F5FC65}"/>
    <pc:docChg chg="addSld modSld sldOrd">
      <pc:chgData name="Uyen P. Nguyen" userId="S::unguyen7@jh.edu::92021b55-417f-458a-90a7-cf14ced67da3" providerId="AD" clId="Web-{C8FECEF0-CD1E-8A61-D6A9-E78BD7F5FC65}" dt="2026-05-03T02:56:56.270" v="1241" actId="20577"/>
      <pc:docMkLst>
        <pc:docMk/>
      </pc:docMkLst>
      <pc:sldChg chg="modSp">
        <pc:chgData name="Uyen P. Nguyen" userId="S::unguyen7@jh.edu::92021b55-417f-458a-90a7-cf14ced67da3" providerId="AD" clId="Web-{C8FECEF0-CD1E-8A61-D6A9-E78BD7F5FC65}" dt="2026-05-03T01:33:00.650" v="1" actId="20577"/>
        <pc:sldMkLst>
          <pc:docMk/>
          <pc:sldMk cId="4131611360" sldId="256"/>
        </pc:sldMkLst>
        <pc:spChg chg="mod">
          <ac:chgData name="Uyen P. Nguyen" userId="S::unguyen7@jh.edu::92021b55-417f-458a-90a7-cf14ced67da3" providerId="AD" clId="Web-{C8FECEF0-CD1E-8A61-D6A9-E78BD7F5FC65}" dt="2026-05-03T01:33:00.650" v="1" actId="20577"/>
          <ac:spMkLst>
            <pc:docMk/>
            <pc:sldMk cId="4131611360" sldId="256"/>
            <ac:spMk id="7" creationId="{E4378A81-279B-CA9A-8E50-130D2D276DA6}"/>
          </ac:spMkLst>
        </pc:spChg>
      </pc:sldChg>
      <pc:sldChg chg="addSp modSp ord">
        <pc:chgData name="Uyen P. Nguyen" userId="S::unguyen7@jh.edu::92021b55-417f-458a-90a7-cf14ced67da3" providerId="AD" clId="Web-{C8FECEF0-CD1E-8A61-D6A9-E78BD7F5FC65}" dt="2026-05-03T02:51:57.704" v="1229" actId="20577"/>
        <pc:sldMkLst>
          <pc:docMk/>
          <pc:sldMk cId="2133178391" sldId="257"/>
        </pc:sldMkLst>
        <pc:spChg chg="add mod">
          <ac:chgData name="Uyen P. Nguyen" userId="S::unguyen7@jh.edu::92021b55-417f-458a-90a7-cf14ced67da3" providerId="AD" clId="Web-{C8FECEF0-CD1E-8A61-D6A9-E78BD7F5FC65}" dt="2026-05-03T02:51:57.704" v="1229" actId="20577"/>
          <ac:spMkLst>
            <pc:docMk/>
            <pc:sldMk cId="2133178391" sldId="257"/>
            <ac:spMk id="6" creationId="{AC1BE2C5-A31E-34A4-5D30-482B264F9B75}"/>
          </ac:spMkLst>
        </pc:spChg>
        <pc:spChg chg="mod">
          <ac:chgData name="Uyen P. Nguyen" userId="S::unguyen7@jh.edu::92021b55-417f-458a-90a7-cf14ced67da3" providerId="AD" clId="Web-{C8FECEF0-CD1E-8A61-D6A9-E78BD7F5FC65}" dt="2026-05-03T02:50:59.611" v="1212" actId="20577"/>
          <ac:spMkLst>
            <pc:docMk/>
            <pc:sldMk cId="2133178391" sldId="257"/>
            <ac:spMk id="7" creationId="{D159B653-A360-6E33-D2F6-A0D58B9935A5}"/>
          </ac:spMkLst>
        </pc:spChg>
        <pc:spChg chg="mod">
          <ac:chgData name="Uyen P. Nguyen" userId="S::unguyen7@jh.edu::92021b55-417f-458a-90a7-cf14ced67da3" providerId="AD" clId="Web-{C8FECEF0-CD1E-8A61-D6A9-E78BD7F5FC65}" dt="2026-05-03T02:51:06.907" v="1225" actId="20577"/>
          <ac:spMkLst>
            <pc:docMk/>
            <pc:sldMk cId="2133178391" sldId="257"/>
            <ac:spMk id="9" creationId="{EABC739E-24F8-66FD-A37D-4CF4952DF00F}"/>
          </ac:spMkLst>
        </pc:spChg>
        <pc:picChg chg="add">
          <ac:chgData name="Uyen P. Nguyen" userId="S::unguyen7@jh.edu::92021b55-417f-458a-90a7-cf14ced67da3" providerId="AD" clId="Web-{C8FECEF0-CD1E-8A61-D6A9-E78BD7F5FC65}" dt="2026-05-03T02:39:07.340" v="850"/>
          <ac:picMkLst>
            <pc:docMk/>
            <pc:sldMk cId="2133178391" sldId="257"/>
            <ac:picMk id="3" creationId="{8B02BF0E-5668-4499-1048-1609015D312D}"/>
          </ac:picMkLst>
        </pc:picChg>
        <pc:picChg chg="add">
          <ac:chgData name="Uyen P. Nguyen" userId="S::unguyen7@jh.edu::92021b55-417f-458a-90a7-cf14ced67da3" providerId="AD" clId="Web-{C8FECEF0-CD1E-8A61-D6A9-E78BD7F5FC65}" dt="2026-05-03T02:39:44.637" v="852"/>
          <ac:picMkLst>
            <pc:docMk/>
            <pc:sldMk cId="2133178391" sldId="257"/>
            <ac:picMk id="5" creationId="{659EEF7E-8B90-3FFC-CFF0-C5E61DDDF975}"/>
          </ac:picMkLst>
        </pc:picChg>
      </pc:sldChg>
      <pc:sldChg chg="addSp modSp">
        <pc:chgData name="Uyen P. Nguyen" userId="S::unguyen7@jh.edu::92021b55-417f-458a-90a7-cf14ced67da3" providerId="AD" clId="Web-{C8FECEF0-CD1E-8A61-D6A9-E78BD7F5FC65}" dt="2026-05-03T02:52:11.657" v="1233" actId="20577"/>
        <pc:sldMkLst>
          <pc:docMk/>
          <pc:sldMk cId="1284274485" sldId="259"/>
        </pc:sldMkLst>
        <pc:spChg chg="add mod">
          <ac:chgData name="Uyen P. Nguyen" userId="S::unguyen7@jh.edu::92021b55-417f-458a-90a7-cf14ced67da3" providerId="AD" clId="Web-{C8FECEF0-CD1E-8A61-D6A9-E78BD7F5FC65}" dt="2026-05-03T02:52:11.657" v="1233" actId="20577"/>
          <ac:spMkLst>
            <pc:docMk/>
            <pc:sldMk cId="1284274485" sldId="259"/>
            <ac:spMk id="2" creationId="{6D7D5D24-0228-DB90-2628-3F899EC62B3D}"/>
          </ac:spMkLst>
        </pc:spChg>
        <pc:spChg chg="mod">
          <ac:chgData name="Uyen P. Nguyen" userId="S::unguyen7@jh.edu::92021b55-417f-458a-90a7-cf14ced67da3" providerId="AD" clId="Web-{C8FECEF0-CD1E-8A61-D6A9-E78BD7F5FC65}" dt="2026-05-03T02:25:32.262" v="779" actId="20577"/>
          <ac:spMkLst>
            <pc:docMk/>
            <pc:sldMk cId="1284274485" sldId="259"/>
            <ac:spMk id="9" creationId="{8DEAAD5C-2D15-E82B-FA78-5A05362D915A}"/>
          </ac:spMkLst>
        </pc:spChg>
      </pc:sldChg>
      <pc:sldChg chg="addSp modSp">
        <pc:chgData name="Uyen P. Nguyen" userId="S::unguyen7@jh.edu::92021b55-417f-458a-90a7-cf14ced67da3" providerId="AD" clId="Web-{C8FECEF0-CD1E-8A61-D6A9-E78BD7F5FC65}" dt="2026-05-03T02:56:56.270" v="1241" actId="20577"/>
        <pc:sldMkLst>
          <pc:docMk/>
          <pc:sldMk cId="1027488440" sldId="260"/>
        </pc:sldMkLst>
        <pc:spChg chg="add mod">
          <ac:chgData name="Uyen P. Nguyen" userId="S::unguyen7@jh.edu::92021b55-417f-458a-90a7-cf14ced67da3" providerId="AD" clId="Web-{C8FECEF0-CD1E-8A61-D6A9-E78BD7F5FC65}" dt="2026-05-03T02:56:56.270" v="1241" actId="20577"/>
          <ac:spMkLst>
            <pc:docMk/>
            <pc:sldMk cId="1027488440" sldId="260"/>
            <ac:spMk id="3" creationId="{1B2681E1-C30A-4694-4E82-C776EAF05DC0}"/>
          </ac:spMkLst>
        </pc:spChg>
      </pc:sldChg>
      <pc:sldChg chg="modSp">
        <pc:chgData name="Uyen P. Nguyen" userId="S::unguyen7@jh.edu::92021b55-417f-458a-90a7-cf14ced67da3" providerId="AD" clId="Web-{C8FECEF0-CD1E-8A61-D6A9-E78BD7F5FC65}" dt="2026-05-03T02:54:29.457" v="1237"/>
        <pc:sldMkLst>
          <pc:docMk/>
          <pc:sldMk cId="2092433718" sldId="265"/>
        </pc:sldMkLst>
        <pc:graphicFrameChg chg="mod modGraphic">
          <ac:chgData name="Uyen P. Nguyen" userId="S::unguyen7@jh.edu::92021b55-417f-458a-90a7-cf14ced67da3" providerId="AD" clId="Web-{C8FECEF0-CD1E-8A61-D6A9-E78BD7F5FC65}" dt="2026-05-03T02:54:29.457" v="1237"/>
          <ac:graphicFrameMkLst>
            <pc:docMk/>
            <pc:sldMk cId="2092433718" sldId="265"/>
            <ac:graphicFrameMk id="3" creationId="{15498308-56C6-0976-7133-85BE4FA98101}"/>
          </ac:graphicFrameMkLst>
        </pc:graphicFrameChg>
      </pc:sldChg>
      <pc:sldChg chg="addSp delSp modSp add replId">
        <pc:chgData name="Uyen P. Nguyen" userId="S::unguyen7@jh.edu::92021b55-417f-458a-90a7-cf14ced67da3" providerId="AD" clId="Web-{C8FECEF0-CD1E-8A61-D6A9-E78BD7F5FC65}" dt="2026-05-03T02:50:11.282" v="1180" actId="1076"/>
        <pc:sldMkLst>
          <pc:docMk/>
          <pc:sldMk cId="4084286138" sldId="271"/>
        </pc:sldMkLst>
        <pc:spChg chg="mod">
          <ac:chgData name="Uyen P. Nguyen" userId="S::unguyen7@jh.edu::92021b55-417f-458a-90a7-cf14ced67da3" providerId="AD" clId="Web-{C8FECEF0-CD1E-8A61-D6A9-E78BD7F5FC65}" dt="2026-05-03T02:46:33.278" v="1175" actId="20577"/>
          <ac:spMkLst>
            <pc:docMk/>
            <pc:sldMk cId="4084286138" sldId="271"/>
            <ac:spMk id="9" creationId="{1A137F4C-C655-AEC0-1CB2-0EA82D3940A6}"/>
          </ac:spMkLst>
        </pc:spChg>
        <pc:picChg chg="add del mod">
          <ac:chgData name="Uyen P. Nguyen" userId="S::unguyen7@jh.edu::92021b55-417f-458a-90a7-cf14ced67da3" providerId="AD" clId="Web-{C8FECEF0-CD1E-8A61-D6A9-E78BD7F5FC65}" dt="2026-05-03T02:17:07.089" v="690"/>
          <ac:picMkLst>
            <pc:docMk/>
            <pc:sldMk cId="4084286138" sldId="271"/>
            <ac:picMk id="2" creationId="{AE18F132-165E-C014-30E8-5E3ED3F7A2F0}"/>
          </ac:picMkLst>
        </pc:picChg>
        <pc:picChg chg="add mod">
          <ac:chgData name="Uyen P. Nguyen" userId="S::unguyen7@jh.edu::92021b55-417f-458a-90a7-cf14ced67da3" providerId="AD" clId="Web-{C8FECEF0-CD1E-8A61-D6A9-E78BD7F5FC65}" dt="2026-05-03T02:50:11.282" v="1180" actId="1076"/>
          <ac:picMkLst>
            <pc:docMk/>
            <pc:sldMk cId="4084286138" sldId="271"/>
            <ac:picMk id="3" creationId="{61CE029C-81A4-01FF-5310-3BDCA89CE4C5}"/>
          </ac:picMkLst>
        </pc:picChg>
        <pc:picChg chg="add del mod">
          <ac:chgData name="Uyen P. Nguyen" userId="S::unguyen7@jh.edu::92021b55-417f-458a-90a7-cf14ced67da3" providerId="AD" clId="Web-{C8FECEF0-CD1E-8A61-D6A9-E78BD7F5FC65}" dt="2026-05-03T02:49:54.611" v="1176"/>
          <ac:picMkLst>
            <pc:docMk/>
            <pc:sldMk cId="4084286138" sldId="271"/>
            <ac:picMk id="4" creationId="{1921E75B-1887-5316-4F3E-031DBD7723FA}"/>
          </ac:picMkLst>
        </pc:picChg>
        <pc:picChg chg="add del mod">
          <ac:chgData name="Uyen P. Nguyen" userId="S::unguyen7@jh.edu::92021b55-417f-458a-90a7-cf14ced67da3" providerId="AD" clId="Web-{C8FECEF0-CD1E-8A61-D6A9-E78BD7F5FC65}" dt="2026-05-03T02:38:44.481" v="848"/>
          <ac:picMkLst>
            <pc:docMk/>
            <pc:sldMk cId="4084286138" sldId="271"/>
            <ac:picMk id="5" creationId="{A4C3CCE7-63B8-FEC2-602B-82F342CD37C9}"/>
          </ac:picMkLst>
        </pc:picChg>
        <pc:picChg chg="add del mod">
          <ac:chgData name="Uyen P. Nguyen" userId="S::unguyen7@jh.edu::92021b55-417f-458a-90a7-cf14ced67da3" providerId="AD" clId="Web-{C8FECEF0-CD1E-8A61-D6A9-E78BD7F5FC65}" dt="2026-05-03T02:39:48.606" v="853"/>
          <ac:picMkLst>
            <pc:docMk/>
            <pc:sldMk cId="4084286138" sldId="271"/>
            <ac:picMk id="6" creationId="{1CAE2227-7CE6-3B01-6B7D-9017B908CB88}"/>
          </ac:picMkLst>
        </pc:picChg>
        <pc:picChg chg="add mod">
          <ac:chgData name="Uyen P. Nguyen" userId="S::unguyen7@jh.edu::92021b55-417f-458a-90a7-cf14ced67da3" providerId="AD" clId="Web-{C8FECEF0-CD1E-8A61-D6A9-E78BD7F5FC65}" dt="2026-05-03T02:50:08.845" v="1179" actId="1076"/>
          <ac:picMkLst>
            <pc:docMk/>
            <pc:sldMk cId="4084286138" sldId="271"/>
            <ac:picMk id="8" creationId="{B38A110A-4554-DD53-7B39-D305EC31083C}"/>
          </ac:picMkLst>
        </pc:picChg>
      </pc:sldChg>
    </pc:docChg>
  </pc:docChgLst>
  <pc:docChgLst>
    <pc:chgData name="Uyen P. Nguyen" userId="S::unguyen7@jh.edu::92021b55-417f-458a-90a7-cf14ced67da3" providerId="AD" clId="Web-{1C5DA43F-1144-560B-A996-9F9957834AF2}"/>
    <pc:docChg chg="modSld">
      <pc:chgData name="Uyen P. Nguyen" userId="S::unguyen7@jh.edu::92021b55-417f-458a-90a7-cf14ced67da3" providerId="AD" clId="Web-{1C5DA43F-1144-560B-A996-9F9957834AF2}" dt="2026-05-03T01:28:46.789" v="180" actId="20577"/>
      <pc:docMkLst>
        <pc:docMk/>
      </pc:docMkLst>
      <pc:sldChg chg="modSp">
        <pc:chgData name="Uyen P. Nguyen" userId="S::unguyen7@jh.edu::92021b55-417f-458a-90a7-cf14ced67da3" providerId="AD" clId="Web-{1C5DA43F-1144-560B-A996-9F9957834AF2}" dt="2026-05-03T01:28:46.789" v="180" actId="20577"/>
        <pc:sldMkLst>
          <pc:docMk/>
          <pc:sldMk cId="2133178391" sldId="257"/>
        </pc:sldMkLst>
        <pc:spChg chg="mod">
          <ac:chgData name="Uyen P. Nguyen" userId="S::unguyen7@jh.edu::92021b55-417f-458a-90a7-cf14ced67da3" providerId="AD" clId="Web-{1C5DA43F-1144-560B-A996-9F9957834AF2}" dt="2026-05-03T00:49:04.439" v="76" actId="20577"/>
          <ac:spMkLst>
            <pc:docMk/>
            <pc:sldMk cId="2133178391" sldId="257"/>
            <ac:spMk id="7" creationId="{D159B653-A360-6E33-D2F6-A0D58B9935A5}"/>
          </ac:spMkLst>
        </pc:spChg>
        <pc:spChg chg="mod">
          <ac:chgData name="Uyen P. Nguyen" userId="S::unguyen7@jh.edu::92021b55-417f-458a-90a7-cf14ced67da3" providerId="AD" clId="Web-{1C5DA43F-1144-560B-A996-9F9957834AF2}" dt="2026-05-03T01:28:46.789" v="180" actId="20577"/>
          <ac:spMkLst>
            <pc:docMk/>
            <pc:sldMk cId="2133178391" sldId="257"/>
            <ac:spMk id="9" creationId="{EABC739E-24F8-66FD-A37D-4CF4952DF00F}"/>
          </ac:spMkLst>
        </pc:spChg>
      </pc:sldChg>
      <pc:sldChg chg="modSp">
        <pc:chgData name="Uyen P. Nguyen" userId="S::unguyen7@jh.edu::92021b55-417f-458a-90a7-cf14ced67da3" providerId="AD" clId="Web-{1C5DA43F-1144-560B-A996-9F9957834AF2}" dt="2026-05-03T00:49:00.532" v="72" actId="20577"/>
        <pc:sldMkLst>
          <pc:docMk/>
          <pc:sldMk cId="1284274485" sldId="259"/>
        </pc:sldMkLst>
        <pc:spChg chg="mod">
          <ac:chgData name="Uyen P. Nguyen" userId="S::unguyen7@jh.edu::92021b55-417f-458a-90a7-cf14ced67da3" providerId="AD" clId="Web-{1C5DA43F-1144-560B-A996-9F9957834AF2}" dt="2026-05-03T00:49:00.532" v="72" actId="20577"/>
          <ac:spMkLst>
            <pc:docMk/>
            <pc:sldMk cId="1284274485" sldId="259"/>
            <ac:spMk id="7" creationId="{32741F24-76C7-9C01-1DBD-5EE3762FAACA}"/>
          </ac:spMkLst>
        </pc:spChg>
      </pc:sldChg>
      <pc:sldChg chg="modSp">
        <pc:chgData name="Uyen P. Nguyen" userId="S::unguyen7@jh.edu::92021b55-417f-458a-90a7-cf14ced67da3" providerId="AD" clId="Web-{1C5DA43F-1144-560B-A996-9F9957834AF2}" dt="2026-05-03T00:48:55.797" v="67" actId="20577"/>
        <pc:sldMkLst>
          <pc:docMk/>
          <pc:sldMk cId="1027488440" sldId="260"/>
        </pc:sldMkLst>
        <pc:spChg chg="mod">
          <ac:chgData name="Uyen P. Nguyen" userId="S::unguyen7@jh.edu::92021b55-417f-458a-90a7-cf14ced67da3" providerId="AD" clId="Web-{1C5DA43F-1144-560B-A996-9F9957834AF2}" dt="2026-05-03T00:48:55.797" v="67" actId="20577"/>
          <ac:spMkLst>
            <pc:docMk/>
            <pc:sldMk cId="1027488440" sldId="260"/>
            <ac:spMk id="7" creationId="{2C42AF74-C537-A886-53B7-E8DF3240B7B7}"/>
          </ac:spMkLst>
        </pc:spChg>
      </pc:sldChg>
      <pc:sldChg chg="modSp">
        <pc:chgData name="Uyen P. Nguyen" userId="S::unguyen7@jh.edu::92021b55-417f-458a-90a7-cf14ced67da3" providerId="AD" clId="Web-{1C5DA43F-1144-560B-A996-9F9957834AF2}" dt="2026-05-03T00:46:37.606" v="25"/>
        <pc:sldMkLst>
          <pc:docMk/>
          <pc:sldMk cId="2092433718" sldId="265"/>
        </pc:sldMkLst>
        <pc:graphicFrameChg chg="mod modGraphic">
          <ac:chgData name="Uyen P. Nguyen" userId="S::unguyen7@jh.edu::92021b55-417f-458a-90a7-cf14ced67da3" providerId="AD" clId="Web-{1C5DA43F-1144-560B-A996-9F9957834AF2}" dt="2026-05-03T00:46:37.606" v="25"/>
          <ac:graphicFrameMkLst>
            <pc:docMk/>
            <pc:sldMk cId="2092433718" sldId="265"/>
            <ac:graphicFrameMk id="3" creationId="{15498308-56C6-0976-7133-85BE4FA98101}"/>
          </ac:graphicFrameMkLst>
        </pc:graphicFrameChg>
      </pc:sldChg>
    </pc:docChg>
  </pc:docChgLst>
  <pc:docChgLst>
    <pc:chgData name="Ashley Kuta" userId="S::akuta1@jh.edu::a1771f4c-3ff2-4611-b278-0421c99331bc" providerId="AD" clId="Web-{B1BC418C-BAB6-675B-4F89-BC1A6E61C09C}"/>
    <pc:docChg chg="addSld delSld modSld sldOrd">
      <pc:chgData name="Ashley Kuta" userId="S::akuta1@jh.edu::a1771f4c-3ff2-4611-b278-0421c99331bc" providerId="AD" clId="Web-{B1BC418C-BAB6-675B-4F89-BC1A6E61C09C}" dt="2026-05-03T03:11:38.202" v="2253" actId="20577"/>
      <pc:docMkLst>
        <pc:docMk/>
      </pc:docMkLst>
      <pc:sldChg chg="modSp">
        <pc:chgData name="Ashley Kuta" userId="S::akuta1@jh.edu::a1771f4c-3ff2-4611-b278-0421c99331bc" providerId="AD" clId="Web-{B1BC418C-BAB6-675B-4F89-BC1A6E61C09C}" dt="2026-05-02T17:36:07.325" v="46" actId="20577"/>
        <pc:sldMkLst>
          <pc:docMk/>
          <pc:sldMk cId="1284274485" sldId="259"/>
        </pc:sldMkLst>
        <pc:spChg chg="mod">
          <ac:chgData name="Ashley Kuta" userId="S::akuta1@jh.edu::a1771f4c-3ff2-4611-b278-0421c99331bc" providerId="AD" clId="Web-{B1BC418C-BAB6-675B-4F89-BC1A6E61C09C}" dt="2026-05-02T17:36:07.325" v="46" actId="20577"/>
          <ac:spMkLst>
            <pc:docMk/>
            <pc:sldMk cId="1284274485" sldId="259"/>
            <ac:spMk id="9" creationId="{8DEAAD5C-2D15-E82B-FA78-5A05362D915A}"/>
          </ac:spMkLst>
        </pc:spChg>
      </pc:sldChg>
      <pc:sldChg chg="addSp delSp modSp">
        <pc:chgData name="Ashley Kuta" userId="S::akuta1@jh.edu::a1771f4c-3ff2-4611-b278-0421c99331bc" providerId="AD" clId="Web-{B1BC418C-BAB6-675B-4F89-BC1A6E61C09C}" dt="2026-05-03T03:11:38.202" v="2253" actId="20577"/>
        <pc:sldMkLst>
          <pc:docMk/>
          <pc:sldMk cId="1027488440" sldId="260"/>
        </pc:sldMkLst>
        <pc:spChg chg="mod">
          <ac:chgData name="Ashley Kuta" userId="S::akuta1@jh.edu::a1771f4c-3ff2-4611-b278-0421c99331bc" providerId="AD" clId="Web-{B1BC418C-BAB6-675B-4F89-BC1A6E61C09C}" dt="2026-05-03T03:11:38.202" v="2253" actId="20577"/>
          <ac:spMkLst>
            <pc:docMk/>
            <pc:sldMk cId="1027488440" sldId="260"/>
            <ac:spMk id="3" creationId="{1B2681E1-C30A-4694-4E82-C776EAF05DC0}"/>
          </ac:spMkLst>
        </pc:spChg>
        <pc:spChg chg="mod">
          <ac:chgData name="Ashley Kuta" userId="S::akuta1@jh.edu::a1771f4c-3ff2-4611-b278-0421c99331bc" providerId="AD" clId="Web-{B1BC418C-BAB6-675B-4F89-BC1A6E61C09C}" dt="2026-05-03T02:30:54.569" v="1814" actId="14100"/>
          <ac:spMkLst>
            <pc:docMk/>
            <pc:sldMk cId="1027488440" sldId="260"/>
            <ac:spMk id="9" creationId="{3635BDD3-4D84-2737-85CD-6BC4B8FF6EBF}"/>
          </ac:spMkLst>
        </pc:spChg>
        <pc:graphicFrameChg chg="add del mod modGraphic">
          <ac:chgData name="Ashley Kuta" userId="S::akuta1@jh.edu::a1771f4c-3ff2-4611-b278-0421c99331bc" providerId="AD" clId="Web-{B1BC418C-BAB6-675B-4F89-BC1A6E61C09C}" dt="2026-05-02T22:17:14.688" v="362"/>
          <ac:graphicFrameMkLst>
            <pc:docMk/>
            <pc:sldMk cId="1027488440" sldId="260"/>
            <ac:graphicFrameMk id="2" creationId="{E793D24E-8A05-500E-4DDD-BE486CCF997A}"/>
          </ac:graphicFrameMkLst>
        </pc:graphicFrameChg>
        <pc:graphicFrameChg chg="add del mod modGraphic">
          <ac:chgData name="Ashley Kuta" userId="S::akuta1@jh.edu::a1771f4c-3ff2-4611-b278-0421c99331bc" providerId="AD" clId="Web-{B1BC418C-BAB6-675B-4F89-BC1A6E61C09C}" dt="2026-05-02T22:23:10.241" v="714"/>
          <ac:graphicFrameMkLst>
            <pc:docMk/>
            <pc:sldMk cId="1027488440" sldId="260"/>
            <ac:graphicFrameMk id="715" creationId="{CA99CAF0-D5CB-BD29-580E-4B9E2F0BCB2D}"/>
          </ac:graphicFrameMkLst>
        </pc:graphicFrameChg>
        <pc:picChg chg="add mod">
          <ac:chgData name="Ashley Kuta" userId="S::akuta1@jh.edu::a1771f4c-3ff2-4611-b278-0421c99331bc" providerId="AD" clId="Web-{B1BC418C-BAB6-675B-4F89-BC1A6E61C09C}" dt="2026-05-03T02:30:49.443" v="1813" actId="1076"/>
          <ac:picMkLst>
            <pc:docMk/>
            <pc:sldMk cId="1027488440" sldId="260"/>
            <ac:picMk id="2" creationId="{276BC741-5F16-9902-C12D-2B45AF52D43E}"/>
          </ac:picMkLst>
        </pc:picChg>
      </pc:sldChg>
      <pc:sldChg chg="addSp delSp modSp">
        <pc:chgData name="Ashley Kuta" userId="S::akuta1@jh.edu::a1771f4c-3ff2-4611-b278-0421c99331bc" providerId="AD" clId="Web-{B1BC418C-BAB6-675B-4F89-BC1A6E61C09C}" dt="2026-05-03T02:32:30.109" v="1823" actId="14100"/>
        <pc:sldMkLst>
          <pc:docMk/>
          <pc:sldMk cId="1012508739" sldId="261"/>
        </pc:sldMkLst>
        <pc:spChg chg="mod">
          <ac:chgData name="Ashley Kuta" userId="S::akuta1@jh.edu::a1771f4c-3ff2-4611-b278-0421c99331bc" providerId="AD" clId="Web-{B1BC418C-BAB6-675B-4F89-BC1A6E61C09C}" dt="2026-05-03T02:32:21.187" v="1821" actId="14100"/>
          <ac:spMkLst>
            <pc:docMk/>
            <pc:sldMk cId="1012508739" sldId="261"/>
            <ac:spMk id="9" creationId="{82DEF5E0-71FC-25BF-8225-2CF699BAE283}"/>
          </ac:spMkLst>
        </pc:spChg>
        <pc:picChg chg="add del mod">
          <ac:chgData name="Ashley Kuta" userId="S::akuta1@jh.edu::a1771f4c-3ff2-4611-b278-0421c99331bc" providerId="AD" clId="Web-{B1BC418C-BAB6-675B-4F89-BC1A6E61C09C}" dt="2026-05-03T02:27:49.580" v="1806"/>
          <ac:picMkLst>
            <pc:docMk/>
            <pc:sldMk cId="1012508739" sldId="261"/>
            <ac:picMk id="2" creationId="{698F4A2D-DC40-7A5D-E19C-69CFE8C66C13}"/>
          </ac:picMkLst>
        </pc:picChg>
        <pc:picChg chg="add mod">
          <ac:chgData name="Ashley Kuta" userId="S::akuta1@jh.edu::a1771f4c-3ff2-4611-b278-0421c99331bc" providerId="AD" clId="Web-{B1BC418C-BAB6-675B-4F89-BC1A6E61C09C}" dt="2026-05-03T02:32:30.109" v="1823" actId="14100"/>
          <ac:picMkLst>
            <pc:docMk/>
            <pc:sldMk cId="1012508739" sldId="261"/>
            <ac:picMk id="3" creationId="{C4B46866-D574-0180-207E-15A941723AAF}"/>
          </ac:picMkLst>
        </pc:picChg>
      </pc:sldChg>
      <pc:sldChg chg="modSp">
        <pc:chgData name="Ashley Kuta" userId="S::akuta1@jh.edu::a1771f4c-3ff2-4611-b278-0421c99331bc" providerId="AD" clId="Web-{B1BC418C-BAB6-675B-4F89-BC1A6E61C09C}" dt="2026-05-03T02:51:47.813" v="1898" actId="20577"/>
        <pc:sldMkLst>
          <pc:docMk/>
          <pc:sldMk cId="1503209594" sldId="262"/>
        </pc:sldMkLst>
        <pc:spChg chg="mod">
          <ac:chgData name="Ashley Kuta" userId="S::akuta1@jh.edu::a1771f4c-3ff2-4611-b278-0421c99331bc" providerId="AD" clId="Web-{B1BC418C-BAB6-675B-4F89-BC1A6E61C09C}" dt="2026-05-03T02:51:47.813" v="1898" actId="20577"/>
          <ac:spMkLst>
            <pc:docMk/>
            <pc:sldMk cId="1503209594" sldId="262"/>
            <ac:spMk id="9" creationId="{B508FDDF-3951-0564-B047-DD35ABA722F0}"/>
          </ac:spMkLst>
        </pc:spChg>
      </pc:sldChg>
      <pc:sldChg chg="modSp">
        <pc:chgData name="Ashley Kuta" userId="S::akuta1@jh.edu::a1771f4c-3ff2-4611-b278-0421c99331bc" providerId="AD" clId="Web-{B1BC418C-BAB6-675B-4F89-BC1A6E61C09C}" dt="2026-05-03T03:10:10.027" v="2168" actId="20577"/>
        <pc:sldMkLst>
          <pc:docMk/>
          <pc:sldMk cId="3045145814" sldId="263"/>
        </pc:sldMkLst>
        <pc:spChg chg="mod">
          <ac:chgData name="Ashley Kuta" userId="S::akuta1@jh.edu::a1771f4c-3ff2-4611-b278-0421c99331bc" providerId="AD" clId="Web-{B1BC418C-BAB6-675B-4F89-BC1A6E61C09C}" dt="2026-05-03T03:10:10.027" v="2168" actId="20577"/>
          <ac:spMkLst>
            <pc:docMk/>
            <pc:sldMk cId="3045145814" sldId="263"/>
            <ac:spMk id="9" creationId="{F5F91DD6-6252-5987-ED81-0F61A3E07FAE}"/>
          </ac:spMkLst>
        </pc:spChg>
      </pc:sldChg>
      <pc:sldChg chg="modSp">
        <pc:chgData name="Ashley Kuta" userId="S::akuta1@jh.edu::a1771f4c-3ff2-4611-b278-0421c99331bc" providerId="AD" clId="Web-{B1BC418C-BAB6-675B-4F89-BC1A6E61C09C}" dt="2026-05-02T23:57:14.438" v="1762" actId="20577"/>
        <pc:sldMkLst>
          <pc:docMk/>
          <pc:sldMk cId="1775556368" sldId="264"/>
        </pc:sldMkLst>
        <pc:spChg chg="mod">
          <ac:chgData name="Ashley Kuta" userId="S::akuta1@jh.edu::a1771f4c-3ff2-4611-b278-0421c99331bc" providerId="AD" clId="Web-{B1BC418C-BAB6-675B-4F89-BC1A6E61C09C}" dt="2026-05-02T23:57:14.438" v="1762" actId="20577"/>
          <ac:spMkLst>
            <pc:docMk/>
            <pc:sldMk cId="1775556368" sldId="264"/>
            <ac:spMk id="9" creationId="{79ED7CEE-C5E9-CD5A-272A-71445B3DFEC7}"/>
          </ac:spMkLst>
        </pc:spChg>
      </pc:sldChg>
      <pc:sldChg chg="modSp">
        <pc:chgData name="Ashley Kuta" userId="S::akuta1@jh.edu::a1771f4c-3ff2-4611-b278-0421c99331bc" providerId="AD" clId="Web-{B1BC418C-BAB6-675B-4F89-BC1A6E61C09C}" dt="2026-05-02T19:44:32.677" v="74"/>
        <pc:sldMkLst>
          <pc:docMk/>
          <pc:sldMk cId="2092433718" sldId="265"/>
        </pc:sldMkLst>
        <pc:spChg chg="mod">
          <ac:chgData name="Ashley Kuta" userId="S::akuta1@jh.edu::a1771f4c-3ff2-4611-b278-0421c99331bc" providerId="AD" clId="Web-{B1BC418C-BAB6-675B-4F89-BC1A6E61C09C}" dt="2026-05-02T17:35:33.549" v="37" actId="20577"/>
          <ac:spMkLst>
            <pc:docMk/>
            <pc:sldMk cId="2092433718" sldId="265"/>
            <ac:spMk id="5" creationId="{9965C052-E98F-6144-83F2-F6994DE7D4C6}"/>
          </ac:spMkLst>
        </pc:spChg>
        <pc:graphicFrameChg chg="mod modGraphic">
          <ac:chgData name="Ashley Kuta" userId="S::akuta1@jh.edu::a1771f4c-3ff2-4611-b278-0421c99331bc" providerId="AD" clId="Web-{B1BC418C-BAB6-675B-4F89-BC1A6E61C09C}" dt="2026-05-02T19:44:32.677" v="74"/>
          <ac:graphicFrameMkLst>
            <pc:docMk/>
            <pc:sldMk cId="2092433718" sldId="265"/>
            <ac:graphicFrameMk id="3" creationId="{15498308-56C6-0976-7133-85BE4FA98101}"/>
          </ac:graphicFrameMkLst>
        </pc:graphicFrameChg>
      </pc:sldChg>
      <pc:sldChg chg="addSp delSp modSp add del mod replId modClrScheme chgLayout">
        <pc:chgData name="Ashley Kuta" userId="S::akuta1@jh.edu::a1771f4c-3ff2-4611-b278-0421c99331bc" providerId="AD" clId="Web-{B1BC418C-BAB6-675B-4F89-BC1A6E61C09C}" dt="2026-05-02T22:47:12.193" v="1186"/>
        <pc:sldMkLst>
          <pc:docMk/>
          <pc:sldMk cId="3736669438" sldId="267"/>
        </pc:sldMkLst>
        <pc:spChg chg="add del mod ord">
          <ac:chgData name="Ashley Kuta" userId="S::akuta1@jh.edu::a1771f4c-3ff2-4611-b278-0421c99331bc" providerId="AD" clId="Web-{B1BC418C-BAB6-675B-4F89-BC1A6E61C09C}" dt="2026-05-02T22:43:17.632" v="1150"/>
          <ac:spMkLst>
            <pc:docMk/>
            <pc:sldMk cId="3736669438" sldId="267"/>
            <ac:spMk id="2" creationId="{27972287-5E10-381D-0267-1923FC14F98A}"/>
          </ac:spMkLst>
        </pc:spChg>
        <pc:spChg chg="add del mod ord">
          <ac:chgData name="Ashley Kuta" userId="S::akuta1@jh.edu::a1771f4c-3ff2-4611-b278-0421c99331bc" providerId="AD" clId="Web-{B1BC418C-BAB6-675B-4F89-BC1A6E61C09C}" dt="2026-05-02T22:43:25.149" v="1152"/>
          <ac:spMkLst>
            <pc:docMk/>
            <pc:sldMk cId="3736669438" sldId="267"/>
            <ac:spMk id="3" creationId="{39E02D9F-AA3E-E8E5-BB90-5DAE57B4CA29}"/>
          </ac:spMkLst>
        </pc:spChg>
        <pc:spChg chg="add del mod ord">
          <ac:chgData name="Ashley Kuta" userId="S::akuta1@jh.edu::a1771f4c-3ff2-4611-b278-0421c99331bc" providerId="AD" clId="Web-{B1BC418C-BAB6-675B-4F89-BC1A6E61C09C}" dt="2026-05-02T22:43:20.554" v="1151"/>
          <ac:spMkLst>
            <pc:docMk/>
            <pc:sldMk cId="3736669438" sldId="267"/>
            <ac:spMk id="4" creationId="{6E568137-F2D8-8509-B571-A02BB7EED9CB}"/>
          </ac:spMkLst>
        </pc:spChg>
        <pc:spChg chg="add del mod">
          <ac:chgData name="Ashley Kuta" userId="S::akuta1@jh.edu::a1771f4c-3ff2-4611-b278-0421c99331bc" providerId="AD" clId="Web-{B1BC418C-BAB6-675B-4F89-BC1A6E61C09C}" dt="2026-05-02T22:46:06.736" v="1163"/>
          <ac:spMkLst>
            <pc:docMk/>
            <pc:sldMk cId="3736669438" sldId="267"/>
            <ac:spMk id="5" creationId="{C292A454-E419-6A4C-4145-6319169684CF}"/>
          </ac:spMkLst>
        </pc:spChg>
        <pc:spChg chg="mod">
          <ac:chgData name="Ashley Kuta" userId="S::akuta1@jh.edu::a1771f4c-3ff2-4611-b278-0421c99331bc" providerId="AD" clId="Web-{B1BC418C-BAB6-675B-4F89-BC1A6E61C09C}" dt="2026-05-02T22:43:27.899" v="1155" actId="20577"/>
          <ac:spMkLst>
            <pc:docMk/>
            <pc:sldMk cId="3736669438" sldId="267"/>
            <ac:spMk id="7" creationId="{974D587A-9447-FA04-9EF7-0F310BC2D0B7}"/>
          </ac:spMkLst>
        </pc:spChg>
        <pc:spChg chg="mod">
          <ac:chgData name="Ashley Kuta" userId="S::akuta1@jh.edu::a1771f4c-3ff2-4611-b278-0421c99331bc" providerId="AD" clId="Web-{B1BC418C-BAB6-675B-4F89-BC1A6E61C09C}" dt="2026-05-02T22:43:47.791" v="1162" actId="20577"/>
          <ac:spMkLst>
            <pc:docMk/>
            <pc:sldMk cId="3736669438" sldId="267"/>
            <ac:spMk id="9" creationId="{1843D16A-4B6F-625C-3946-FB6058877216}"/>
          </ac:spMkLst>
        </pc:spChg>
      </pc:sldChg>
      <pc:sldChg chg="new del">
        <pc:chgData name="Ashley Kuta" userId="S::akuta1@jh.edu::a1771f4c-3ff2-4611-b278-0421c99331bc" providerId="AD" clId="Web-{B1BC418C-BAB6-675B-4F89-BC1A6E61C09C}" dt="2026-05-02T19:58:07.300" v="88"/>
        <pc:sldMkLst>
          <pc:docMk/>
          <pc:sldMk cId="3895405979" sldId="267"/>
        </pc:sldMkLst>
      </pc:sldChg>
      <pc:sldChg chg="new del">
        <pc:chgData name="Ashley Kuta" userId="S::akuta1@jh.edu::a1771f4c-3ff2-4611-b278-0421c99331bc" providerId="AD" clId="Web-{B1BC418C-BAB6-675B-4F89-BC1A6E61C09C}" dt="2026-05-02T19:58:04.925" v="87"/>
        <pc:sldMkLst>
          <pc:docMk/>
          <pc:sldMk cId="2603441297" sldId="268"/>
        </pc:sldMkLst>
      </pc:sldChg>
      <pc:sldChg chg="addSp delSp modSp add mod ord replId modClrScheme chgLayout">
        <pc:chgData name="Ashley Kuta" userId="S::akuta1@jh.edu::a1771f4c-3ff2-4611-b278-0421c99331bc" providerId="AD" clId="Web-{B1BC418C-BAB6-675B-4F89-BC1A6E61C09C}" dt="2026-05-02T22:56:29.427" v="1216" actId="20577"/>
        <pc:sldMkLst>
          <pc:docMk/>
          <pc:sldMk cId="3518611568" sldId="268"/>
        </pc:sldMkLst>
        <pc:spChg chg="add del mod ord">
          <ac:chgData name="Ashley Kuta" userId="S::akuta1@jh.edu::a1771f4c-3ff2-4611-b278-0421c99331bc" providerId="AD" clId="Web-{B1BC418C-BAB6-675B-4F89-BC1A6E61C09C}" dt="2026-05-02T22:29:10.151" v="916"/>
          <ac:spMkLst>
            <pc:docMk/>
            <pc:sldMk cId="3518611568" sldId="268"/>
            <ac:spMk id="3" creationId="{46A711DE-427C-77C0-FF50-0FE57B6E7038}"/>
          </ac:spMkLst>
        </pc:spChg>
        <pc:spChg chg="add del mod ord">
          <ac:chgData name="Ashley Kuta" userId="S::akuta1@jh.edu::a1771f4c-3ff2-4611-b278-0421c99331bc" providerId="AD" clId="Web-{B1BC418C-BAB6-675B-4F89-BC1A6E61C09C}" dt="2026-05-02T22:29:21.620" v="917"/>
          <ac:spMkLst>
            <pc:docMk/>
            <pc:sldMk cId="3518611568" sldId="268"/>
            <ac:spMk id="4" creationId="{AFFE9629-420B-0BEF-192A-3BA667C57557}"/>
          </ac:spMkLst>
        </pc:spChg>
        <pc:spChg chg="add del mod ord">
          <ac:chgData name="Ashley Kuta" userId="S::akuta1@jh.edu::a1771f4c-3ff2-4611-b278-0421c99331bc" providerId="AD" clId="Web-{B1BC418C-BAB6-675B-4F89-BC1A6E61C09C}" dt="2026-05-02T22:29:05.244" v="915"/>
          <ac:spMkLst>
            <pc:docMk/>
            <pc:sldMk cId="3518611568" sldId="268"/>
            <ac:spMk id="5" creationId="{7666633B-7FDE-BD10-5129-871540710C04}"/>
          </ac:spMkLst>
        </pc:spChg>
        <pc:spChg chg="mod">
          <ac:chgData name="Ashley Kuta" userId="S::akuta1@jh.edu::a1771f4c-3ff2-4611-b278-0421c99331bc" providerId="AD" clId="Web-{B1BC418C-BAB6-675B-4F89-BC1A6E61C09C}" dt="2026-05-02T22:30:01.700" v="935" actId="20577"/>
          <ac:spMkLst>
            <pc:docMk/>
            <pc:sldMk cId="3518611568" sldId="268"/>
            <ac:spMk id="7" creationId="{E4E18DA6-D2B6-C95C-2B21-106CCD3998D5}"/>
          </ac:spMkLst>
        </pc:spChg>
        <pc:spChg chg="del mod">
          <ac:chgData name="Ashley Kuta" userId="S::akuta1@jh.edu::a1771f4c-3ff2-4611-b278-0421c99331bc" providerId="AD" clId="Web-{B1BC418C-BAB6-675B-4F89-BC1A6E61C09C}" dt="2026-05-02T22:27:46.191" v="912"/>
          <ac:spMkLst>
            <pc:docMk/>
            <pc:sldMk cId="3518611568" sldId="268"/>
            <ac:spMk id="9" creationId="{51D01380-13E2-6C61-007F-464AB9AC53F6}"/>
          </ac:spMkLst>
        </pc:spChg>
        <pc:spChg chg="add del mod">
          <ac:chgData name="Ashley Kuta" userId="S::akuta1@jh.edu::a1771f4c-3ff2-4611-b278-0421c99331bc" providerId="AD" clId="Web-{B1BC418C-BAB6-675B-4F89-BC1A6E61C09C}" dt="2026-05-02T22:29:33.949" v="922"/>
          <ac:spMkLst>
            <pc:docMk/>
            <pc:sldMk cId="3518611568" sldId="268"/>
            <ac:spMk id="10" creationId="{3AF1EA0C-4D87-1EF1-C096-CD6029A01C95}"/>
          </ac:spMkLst>
        </pc:spChg>
        <pc:spChg chg="add mod">
          <ac:chgData name="Ashley Kuta" userId="S::akuta1@jh.edu::a1771f4c-3ff2-4611-b278-0421c99331bc" providerId="AD" clId="Web-{B1BC418C-BAB6-675B-4F89-BC1A6E61C09C}" dt="2026-05-02T22:56:29.427" v="1216" actId="20577"/>
          <ac:spMkLst>
            <pc:docMk/>
            <pc:sldMk cId="3518611568" sldId="268"/>
            <ac:spMk id="12" creationId="{C9835228-B49B-1902-18C5-E49186D55E26}"/>
          </ac:spMkLst>
        </pc:spChg>
        <pc:picChg chg="add del mod">
          <ac:chgData name="Ashley Kuta" userId="S::akuta1@jh.edu::a1771f4c-3ff2-4611-b278-0421c99331bc" providerId="AD" clId="Web-{B1BC418C-BAB6-675B-4F89-BC1A6E61C09C}" dt="2026-05-02T22:28:44.634" v="914"/>
          <ac:picMkLst>
            <pc:docMk/>
            <pc:sldMk cId="3518611568" sldId="268"/>
            <ac:picMk id="2" creationId="{E803DB3B-935A-31CA-E5FF-C62475192B11}"/>
          </ac:picMkLst>
        </pc:picChg>
        <pc:picChg chg="add mod ord">
          <ac:chgData name="Ashley Kuta" userId="S::akuta1@jh.edu::a1771f4c-3ff2-4611-b278-0421c99331bc" providerId="AD" clId="Web-{B1BC418C-BAB6-675B-4F89-BC1A6E61C09C}" dt="2026-05-02T22:40:00.610" v="1032" actId="1076"/>
          <ac:picMkLst>
            <pc:docMk/>
            <pc:sldMk cId="3518611568" sldId="268"/>
            <ac:picMk id="6" creationId="{14CA0E71-1D68-49BA-E92A-9D59166130DC}"/>
          </ac:picMkLst>
        </pc:picChg>
      </pc:sldChg>
      <pc:sldChg chg="modSp add ord replId">
        <pc:chgData name="Ashley Kuta" userId="S::akuta1@jh.edu::a1771f4c-3ff2-4611-b278-0421c99331bc" providerId="AD" clId="Web-{B1BC418C-BAB6-675B-4F89-BC1A6E61C09C}" dt="2026-05-02T22:59:32.993" v="1243" actId="20577"/>
        <pc:sldMkLst>
          <pc:docMk/>
          <pc:sldMk cId="3184180411" sldId="269"/>
        </pc:sldMkLst>
        <pc:spChg chg="mod">
          <ac:chgData name="Ashley Kuta" userId="S::akuta1@jh.edu::a1771f4c-3ff2-4611-b278-0421c99331bc" providerId="AD" clId="Web-{B1BC418C-BAB6-675B-4F89-BC1A6E61C09C}" dt="2026-05-02T22:46:26.158" v="1175" actId="20577"/>
          <ac:spMkLst>
            <pc:docMk/>
            <pc:sldMk cId="3184180411" sldId="269"/>
            <ac:spMk id="7" creationId="{3CDEBB5F-84A9-8F5A-2813-A797EF6A3B76}"/>
          </ac:spMkLst>
        </pc:spChg>
        <pc:spChg chg="mod">
          <ac:chgData name="Ashley Kuta" userId="S::akuta1@jh.edu::a1771f4c-3ff2-4611-b278-0421c99331bc" providerId="AD" clId="Web-{B1BC418C-BAB6-675B-4F89-BC1A6E61C09C}" dt="2026-05-02T22:59:32.993" v="1243" actId="20577"/>
          <ac:spMkLst>
            <pc:docMk/>
            <pc:sldMk cId="3184180411" sldId="269"/>
            <ac:spMk id="12" creationId="{A6A554D2-D37E-1CB5-3350-39ADF0933854}"/>
          </ac:spMkLst>
        </pc:spChg>
        <pc:picChg chg="mod">
          <ac:chgData name="Ashley Kuta" userId="S::akuta1@jh.edu::a1771f4c-3ff2-4611-b278-0421c99331bc" providerId="AD" clId="Web-{B1BC418C-BAB6-675B-4F89-BC1A6E61C09C}" dt="2026-05-02T22:46:54.285" v="1176"/>
          <ac:picMkLst>
            <pc:docMk/>
            <pc:sldMk cId="3184180411" sldId="269"/>
            <ac:picMk id="6" creationId="{ADAFC40A-0DE2-E980-AB95-D4874EDC4D64}"/>
          </ac:picMkLst>
        </pc:picChg>
      </pc:sldChg>
      <pc:sldChg chg="new del">
        <pc:chgData name="Ashley Kuta" userId="S::akuta1@jh.edu::a1771f4c-3ff2-4611-b278-0421c99331bc" providerId="AD" clId="Web-{B1BC418C-BAB6-675B-4F89-BC1A6E61C09C}" dt="2026-05-02T19:58:02.441" v="86"/>
        <pc:sldMkLst>
          <pc:docMk/>
          <pc:sldMk cId="3598962242" sldId="269"/>
        </pc:sldMkLst>
      </pc:sldChg>
      <pc:sldChg chg="addSp delSp modSp add replId">
        <pc:chgData name="Ashley Kuta" userId="S::akuta1@jh.edu::a1771f4c-3ff2-4611-b278-0421c99331bc" providerId="AD" clId="Web-{B1BC418C-BAB6-675B-4F89-BC1A6E61C09C}" dt="2026-05-03T00:35:32.953" v="1801" actId="1076"/>
        <pc:sldMkLst>
          <pc:docMk/>
          <pc:sldMk cId="1765714244" sldId="270"/>
        </pc:sldMkLst>
        <pc:spChg chg="add mod">
          <ac:chgData name="Ashley Kuta" userId="S::akuta1@jh.edu::a1771f4c-3ff2-4611-b278-0421c99331bc" providerId="AD" clId="Web-{B1BC418C-BAB6-675B-4F89-BC1A6E61C09C}" dt="2026-05-03T00:35:22.813" v="1798" actId="1076"/>
          <ac:spMkLst>
            <pc:docMk/>
            <pc:sldMk cId="1765714244" sldId="270"/>
            <ac:spMk id="4" creationId="{B4CA1A1F-9E01-6212-4ACB-4E1DFDEB3986}"/>
          </ac:spMkLst>
        </pc:spChg>
        <pc:spChg chg="add mod">
          <ac:chgData name="Ashley Kuta" userId="S::akuta1@jh.edu::a1771f4c-3ff2-4611-b278-0421c99331bc" providerId="AD" clId="Web-{B1BC418C-BAB6-675B-4F89-BC1A6E61C09C}" dt="2026-05-03T00:35:22.813" v="1799" actId="1076"/>
          <ac:spMkLst>
            <pc:docMk/>
            <pc:sldMk cId="1765714244" sldId="270"/>
            <ac:spMk id="5" creationId="{A04F2162-3620-CA29-BD2C-C62EBFE7A894}"/>
          </ac:spMkLst>
        </pc:spChg>
        <pc:spChg chg="mod">
          <ac:chgData name="Ashley Kuta" userId="S::akuta1@jh.edu::a1771f4c-3ff2-4611-b278-0421c99331bc" providerId="AD" clId="Web-{B1BC418C-BAB6-675B-4F89-BC1A6E61C09C}" dt="2026-05-03T00:33:41.155" v="1773" actId="20577"/>
          <ac:spMkLst>
            <pc:docMk/>
            <pc:sldMk cId="1765714244" sldId="270"/>
            <ac:spMk id="7" creationId="{10D18C84-ADC7-28BA-9B83-B2996B0C2B82}"/>
          </ac:spMkLst>
        </pc:spChg>
        <pc:spChg chg="del">
          <ac:chgData name="Ashley Kuta" userId="S::akuta1@jh.edu::a1771f4c-3ff2-4611-b278-0421c99331bc" providerId="AD" clId="Web-{B1BC418C-BAB6-675B-4F89-BC1A6E61C09C}" dt="2026-05-03T00:33:47.561" v="1774"/>
          <ac:spMkLst>
            <pc:docMk/>
            <pc:sldMk cId="1765714244" sldId="270"/>
            <ac:spMk id="12" creationId="{E6A84AAE-EE72-0A10-85D9-8F33EE32DD41}"/>
          </ac:spMkLst>
        </pc:spChg>
        <pc:picChg chg="add mod">
          <ac:chgData name="Ashley Kuta" userId="S::akuta1@jh.edu::a1771f4c-3ff2-4611-b278-0421c99331bc" providerId="AD" clId="Web-{B1BC418C-BAB6-675B-4F89-BC1A6E61C09C}" dt="2026-05-03T00:35:32.953" v="1801" actId="1076"/>
          <ac:picMkLst>
            <pc:docMk/>
            <pc:sldMk cId="1765714244" sldId="270"/>
            <ac:picMk id="3" creationId="{31DBAED4-A4A3-82FA-18C6-C5E6A96B71C8}"/>
          </ac:picMkLst>
        </pc:picChg>
        <pc:picChg chg="mod">
          <ac:chgData name="Ashley Kuta" userId="S::akuta1@jh.edu::a1771f4c-3ff2-4611-b278-0421c99331bc" providerId="AD" clId="Web-{B1BC418C-BAB6-675B-4F89-BC1A6E61C09C}" dt="2026-05-03T00:35:32.938" v="1800" actId="1076"/>
          <ac:picMkLst>
            <pc:docMk/>
            <pc:sldMk cId="1765714244" sldId="270"/>
            <ac:picMk id="6" creationId="{B69A63A7-6F6C-698D-BE2C-2357C9442D59}"/>
          </ac:picMkLst>
        </pc:picChg>
      </pc:sldChg>
      <pc:sldChg chg="new del">
        <pc:chgData name="Ashley Kuta" userId="S::akuta1@jh.edu::a1771f4c-3ff2-4611-b278-0421c99331bc" providerId="AD" clId="Web-{B1BC418C-BAB6-675B-4F89-BC1A6E61C09C}" dt="2026-05-02T23:40:26.012" v="1629"/>
        <pc:sldMkLst>
          <pc:docMk/>
          <pc:sldMk cId="2000280103" sldId="270"/>
        </pc:sldMkLst>
      </pc:sldChg>
      <pc:sldChg chg="new del">
        <pc:chgData name="Ashley Kuta" userId="S::akuta1@jh.edu::a1771f4c-3ff2-4611-b278-0421c99331bc" providerId="AD" clId="Web-{B1BC418C-BAB6-675B-4F89-BC1A6E61C09C}" dt="2026-05-02T19:58:00.019" v="85"/>
        <pc:sldMkLst>
          <pc:docMk/>
          <pc:sldMk cId="2702165081" sldId="270"/>
        </pc:sldMkLst>
      </pc:sldChg>
      <pc:sldChg chg="new del">
        <pc:chgData name="Ashley Kuta" userId="S::akuta1@jh.edu::a1771f4c-3ff2-4611-b278-0421c99331bc" providerId="AD" clId="Web-{B1BC418C-BAB6-675B-4F89-BC1A6E61C09C}" dt="2026-05-02T19:57:59.409" v="84"/>
        <pc:sldMkLst>
          <pc:docMk/>
          <pc:sldMk cId="3130099147" sldId="271"/>
        </pc:sldMkLst>
      </pc:sldChg>
      <pc:sldChg chg="new del">
        <pc:chgData name="Ashley Kuta" userId="S::akuta1@jh.edu::a1771f4c-3ff2-4611-b278-0421c99331bc" providerId="AD" clId="Web-{B1BC418C-BAB6-675B-4F89-BC1A6E61C09C}" dt="2026-05-02T19:57:58.800" v="83"/>
        <pc:sldMkLst>
          <pc:docMk/>
          <pc:sldMk cId="2126077381" sldId="272"/>
        </pc:sldMkLst>
      </pc:sldChg>
      <pc:sldChg chg="new del">
        <pc:chgData name="Ashley Kuta" userId="S::akuta1@jh.edu::a1771f4c-3ff2-4611-b278-0421c99331bc" providerId="AD" clId="Web-{B1BC418C-BAB6-675B-4F89-BC1A6E61C09C}" dt="2026-05-02T19:57:56.159" v="82"/>
        <pc:sldMkLst>
          <pc:docMk/>
          <pc:sldMk cId="274127123" sldId="27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638ED-AC45-B1C2-3052-C259396DF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A22BE9-6040-19EA-CD44-56644823BA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834D7-B781-2289-38D8-3AB69D917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53055-CE3A-8142-A33E-C797CCF22D71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DEA17-831C-9F24-0FD4-EA5704FC0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6BAAB-2A9F-256D-80B9-D0F1385AB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DB991-500E-0845-8970-452791A0A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35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17B91-DEFA-C450-A428-CC85A4A0E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EEF29-AB20-36D0-3418-30F8CBF8B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AF52F-EE1A-AC24-D6FF-5F6E036C6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53055-CE3A-8142-A33E-C797CCF22D71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D98AE-200D-AB9E-2C7A-6D6AACF4F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A3EFA-EDFA-D5B7-FED5-C1B7491BA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DB991-500E-0845-8970-452791A0A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267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A6626-A3C4-A94B-9731-736A138D2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A4A0C3-0042-4C77-F77B-1F335E1BC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72493-24C7-C69D-3937-1E8073C58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53055-CE3A-8142-A33E-C797CCF22D71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0F000-8A40-1348-31DE-31E90A7C7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A730A-7C89-5D5E-A9E5-84F2C0E7F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DB991-500E-0845-8970-452791A0A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24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C2586-55C1-6C57-780F-AB045A305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B1B2A-8079-51D5-E2F3-2619530C66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3920C2-ED0F-2472-8607-54E89EE82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5C5FBC-CBAA-4820-D9CC-4DAFB4A08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53055-CE3A-8142-A33E-C797CCF22D71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8EFC9C-342C-9540-964C-14B1380D9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8C8F2F-FC82-F5A2-35CE-4CD2A8432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DB991-500E-0845-8970-452791A0A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144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21723-FB3F-A12F-1C9A-387C07FED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C8FFA6-C74C-0976-228A-3AA699893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7E6188-7E2D-505D-B721-A8D2660A04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287AD4-4A8E-200D-4753-C97594D2BC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0AFB73-00EE-218A-E4F8-CFBF2B2135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00623B-3A70-CD0F-773B-080B0A7D7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53055-CE3A-8142-A33E-C797CCF22D71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30E07E-7B4F-C4A3-4219-132C28377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3B6183-9A9A-2A55-D0B6-BFC70BF4E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DB991-500E-0845-8970-452791A0A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565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2E22A-C95B-DEB2-76FA-71614D7F2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8EFD2C-3DEE-B626-8AB4-2CE59492D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53055-CE3A-8142-A33E-C797CCF22D71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B12B35-8F82-091B-A43E-021A636BB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B4ACEF-67F2-C7F9-937A-15E53A25F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DB991-500E-0845-8970-452791A0A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503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0FA4FC-9BB2-37C8-B1B2-00F6A6C66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53055-CE3A-8142-A33E-C797CCF22D71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6DEEB9-EA7C-684B-C025-28849FCD7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5542-D22C-3DEE-130F-2ABBC326D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DB991-500E-0845-8970-452791A0A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21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78B5E-8F8E-79B8-708E-1038A0788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20C31-4DED-4E95-B127-673AE2735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90E8B1-0843-69D2-085F-CE4B173FB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F3DD2D-3834-47EF-0A9B-02688AF95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53055-CE3A-8142-A33E-C797CCF22D71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3ACA87-55DE-FF3E-1058-1C8A4C8B3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059F12-5B82-19A9-E928-743EDA3A8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DB991-500E-0845-8970-452791A0A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919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BC902-5B83-3E7D-FBE3-6FA814FB7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15E84E-9A39-5315-5EA6-A7737D10C0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121157-7910-5411-A6C0-158DDC982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F47DDA-5472-0BC0-26FD-21B7444B8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53055-CE3A-8142-A33E-C797CCF22D71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C141F-BF32-430A-32DA-851B5B2C3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A5D23-DDDF-24E6-003A-6D43F609A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DB991-500E-0845-8970-452791A0A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060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E5E83-65E5-30A7-4BE1-407D7F14A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B32724-D8C2-9258-EC0C-4BB22A342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E00AD-3F30-6491-BED1-B30558540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53055-CE3A-8142-A33E-C797CCF22D71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2B95D-6417-269A-0568-BE00F7F32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C2150-3225-C382-FBFB-C7BF0DDD9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DB991-500E-0845-8970-452791A0A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819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EDC774-297F-72EC-887A-617D375E3E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803292-7976-084E-648F-1A6AE231D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B8FC0-D350-DFBD-5325-C483BB04A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53055-CE3A-8142-A33E-C797CCF22D71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4135E-11FE-7A11-BE6C-479E65DF9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B4F9B-18B8-F490-1DDC-A912562AD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DB991-500E-0845-8970-452791A0A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94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8CF8F1-B1F9-2B05-CA1E-C475E40F4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A87723-AAE7-D2A8-2D93-883EC8FFE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52C84-8C58-B10B-DAEE-492D284C9D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53055-CE3A-8142-A33E-C797CCF22D71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2CA74-0A9A-D57A-9DEE-C19FA01C14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C67CB-EC46-EA81-DEFA-FC258512BA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3DB991-500E-0845-8970-452791A0A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566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4378A81-279B-CA9A-8E50-130D2D276DA6}"/>
              </a:ext>
            </a:extLst>
          </p:cNvPr>
          <p:cNvSpPr txBox="1"/>
          <p:nvPr/>
        </p:nvSpPr>
        <p:spPr>
          <a:xfrm>
            <a:off x="954271" y="2270568"/>
            <a:ext cx="7062678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>
                <a:solidFill>
                  <a:srgbClr val="0070C0"/>
                </a:solidFill>
              </a:rPr>
              <a:t>Course: Quantum Information Processing – 615.781</a:t>
            </a:r>
          </a:p>
          <a:p>
            <a:r>
              <a:rPr lang="en-US" sz="2400" b="1">
                <a:solidFill>
                  <a:srgbClr val="0070C0"/>
                </a:solidFill>
              </a:rPr>
              <a:t>Date: </a:t>
            </a:r>
            <a:r>
              <a:rPr lang="en-US" sz="2400">
                <a:solidFill>
                  <a:srgbClr val="0070C0"/>
                </a:solidFill>
              </a:rPr>
              <a:t>May 3</a:t>
            </a:r>
            <a:r>
              <a:rPr lang="en-US" sz="2400" baseline="30000">
                <a:solidFill>
                  <a:srgbClr val="0070C0"/>
                </a:solidFill>
              </a:rPr>
              <a:t>th</a:t>
            </a:r>
            <a:r>
              <a:rPr lang="en-US" sz="2400">
                <a:solidFill>
                  <a:srgbClr val="0070C0"/>
                </a:solidFill>
              </a:rPr>
              <a:t>, 2026</a:t>
            </a:r>
            <a:endParaRPr lang="en-US" sz="2400">
              <a:solidFill>
                <a:srgbClr val="0070C0"/>
              </a:solidFill>
              <a:ea typeface="Calibri"/>
              <a:cs typeface="Calibri"/>
            </a:endParaRPr>
          </a:p>
          <a:p>
            <a:endParaRPr lang="en-US" sz="2400" b="1">
              <a:solidFill>
                <a:srgbClr val="0070C0"/>
              </a:solidFill>
            </a:endParaRPr>
          </a:p>
          <a:p>
            <a:r>
              <a:rPr lang="en-US" sz="2400" b="1">
                <a:solidFill>
                  <a:srgbClr val="0070C0"/>
                </a:solidFill>
              </a:rPr>
              <a:t>Team Members:</a:t>
            </a:r>
            <a:endParaRPr lang="en-US" sz="2400" b="1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2400">
                <a:solidFill>
                  <a:srgbClr val="0070C0"/>
                </a:solidFill>
              </a:rPr>
              <a:t>	Uyen Nguyen</a:t>
            </a:r>
          </a:p>
          <a:p>
            <a:r>
              <a:rPr lang="en-US" sz="2400">
                <a:solidFill>
                  <a:srgbClr val="0070C0"/>
                </a:solidFill>
              </a:rPr>
              <a:t>	Shawn McLain</a:t>
            </a:r>
          </a:p>
          <a:p>
            <a:r>
              <a:rPr lang="en-US" sz="2400">
                <a:solidFill>
                  <a:srgbClr val="0070C0"/>
                </a:solidFill>
                <a:ea typeface="Calibri"/>
                <a:cs typeface="Calibri"/>
              </a:rPr>
              <a:t>   Ashley Kuta</a:t>
            </a:r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0ADC276-8C44-979E-44AE-06EDF5CFA260}"/>
              </a:ext>
            </a:extLst>
          </p:cNvPr>
          <p:cNvSpPr txBox="1">
            <a:spLocks/>
          </p:cNvSpPr>
          <p:nvPr/>
        </p:nvSpPr>
        <p:spPr>
          <a:xfrm>
            <a:off x="954271" y="1111275"/>
            <a:ext cx="9614492" cy="115929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 and Implementation of the BB84</a:t>
            </a:r>
          </a:p>
          <a:p>
            <a:r>
              <a:rPr lang="en-US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 Protocol</a:t>
            </a:r>
          </a:p>
        </p:txBody>
      </p:sp>
    </p:spTree>
    <p:extLst>
      <p:ext uri="{BB962C8B-B14F-4D97-AF65-F5344CB8AC3E}">
        <p14:creationId xmlns:p14="http://schemas.microsoft.com/office/powerpoint/2010/main" val="4131611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95FA5-0815-EBB9-7AD9-D7B77189F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01952A2-BBF8-1584-0131-FA736E868DC4}"/>
              </a:ext>
            </a:extLst>
          </p:cNvPr>
          <p:cNvSpPr txBox="1">
            <a:spLocks/>
          </p:cNvSpPr>
          <p:nvPr/>
        </p:nvSpPr>
        <p:spPr>
          <a:xfrm>
            <a:off x="457200" y="419100"/>
            <a:ext cx="11277600" cy="762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>
                <a:solidFill>
                  <a:srgbClr val="002C73"/>
                </a:solidFill>
                <a:latin typeface="Arial" panose="020B0604020202020204"/>
              </a:rPr>
              <a:t>Problem and Motivation</a:t>
            </a:r>
            <a:endParaRPr kumimoji="0" lang="en-US" sz="3600" b="1" i="0" u="none" strike="noStrike" kern="1200" cap="none" spc="0" normalizeH="0" baseline="0" noProof="0">
              <a:ln>
                <a:noFill/>
              </a:ln>
              <a:solidFill>
                <a:srgbClr val="002C73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137F4C-C655-AEC0-1CB2-0EA82D3940A6}"/>
              </a:ext>
            </a:extLst>
          </p:cNvPr>
          <p:cNvSpPr txBox="1"/>
          <p:nvPr/>
        </p:nvSpPr>
        <p:spPr>
          <a:xfrm>
            <a:off x="457200" y="961895"/>
            <a:ext cx="10590028" cy="563231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>
                <a:ea typeface="Calibri"/>
                <a:cs typeface="Calibri"/>
              </a:rPr>
              <a:t>Motivation: QKD can securely generate a shared key between two parties </a:t>
            </a:r>
            <a:r>
              <a:rPr lang="en-US" sz="2000">
                <a:solidFill>
                  <a:srgbClr val="FF0000"/>
                </a:solidFill>
                <a:ea typeface="Calibri"/>
                <a:cs typeface="Calibri"/>
              </a:rPr>
              <a:t>on demand without a trusted third party</a:t>
            </a:r>
            <a:r>
              <a:rPr lang="en-US" sz="2000">
                <a:ea typeface="Calibri"/>
                <a:cs typeface="Calibri"/>
              </a:rPr>
              <a:t> =&gt; Enabling </a:t>
            </a:r>
            <a:r>
              <a:rPr lang="en-US" sz="2000">
                <a:solidFill>
                  <a:srgbClr val="FF0000"/>
                </a:solidFill>
                <a:ea typeface="Calibri"/>
                <a:cs typeface="Calibri"/>
              </a:rPr>
              <a:t>one-time pad cryptography</a:t>
            </a:r>
            <a:r>
              <a:rPr lang="en-US" sz="2000">
                <a:ea typeface="Calibri"/>
                <a:cs typeface="Calibri"/>
              </a:rPr>
              <a:t> (unconditionally secure, provably secure)</a:t>
            </a:r>
            <a:endParaRPr lang="en-US" sz="2000">
              <a:latin typeface="OpenSans"/>
              <a:ea typeface="Calibri"/>
              <a:cs typeface="Calibri"/>
            </a:endParaRPr>
          </a:p>
          <a:p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ea typeface="Calibri"/>
                <a:cs typeface="Calibri"/>
              </a:rPr>
              <a:t>QKD leverages quantum mechanical properties to  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rgbClr val="FF0000"/>
                </a:solidFill>
                <a:ea typeface="Calibri"/>
                <a:cs typeface="Calibri"/>
              </a:rPr>
              <a:t>Prevent cloning</a:t>
            </a:r>
            <a:r>
              <a:rPr lang="en-US" sz="2000">
                <a:ea typeface="Calibri"/>
                <a:cs typeface="Calibri"/>
              </a:rPr>
              <a:t> quantum information in quantum channel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rgbClr val="FF0000"/>
                </a:solidFill>
                <a:ea typeface="Calibri"/>
                <a:cs typeface="Calibri"/>
              </a:rPr>
              <a:t>Detect eavesdropping</a:t>
            </a:r>
            <a:r>
              <a:rPr lang="en-US" sz="2000">
                <a:ea typeface="Calibri"/>
                <a:cs typeface="Calibri"/>
              </a:rPr>
              <a:t> and abort QKD Protocol if needed.</a:t>
            </a:r>
          </a:p>
          <a:p>
            <a:r>
              <a:rPr lang="en-US" sz="2000">
                <a:ea typeface="Calibri"/>
                <a:cs typeface="Calibri"/>
              </a:rPr>
              <a:t> 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/>
              <a:t>We focus on </a:t>
            </a:r>
            <a:r>
              <a:rPr lang="en-US" sz="2000">
                <a:solidFill>
                  <a:srgbClr val="FF0000"/>
                </a:solidFill>
              </a:rPr>
              <a:t>BB84</a:t>
            </a:r>
            <a:r>
              <a:rPr lang="en-US" sz="2000"/>
              <a:t> QKD discovered by Charles </a:t>
            </a:r>
            <a:r>
              <a:rPr lang="en-US" sz="2000">
                <a:solidFill>
                  <a:srgbClr val="FF0000"/>
                </a:solidFill>
              </a:rPr>
              <a:t>B</a:t>
            </a:r>
            <a:r>
              <a:rPr lang="en-US" sz="2000"/>
              <a:t>ennett &amp; Gilles </a:t>
            </a:r>
            <a:r>
              <a:rPr lang="en-US" sz="2000">
                <a:solidFill>
                  <a:srgbClr val="FF0000"/>
                </a:solidFill>
              </a:rPr>
              <a:t>B</a:t>
            </a:r>
            <a:r>
              <a:rPr lang="en-US" sz="2000"/>
              <a:t>rassard in 19</a:t>
            </a:r>
            <a:r>
              <a:rPr lang="en-US" sz="2000">
                <a:solidFill>
                  <a:srgbClr val="FF0000"/>
                </a:solidFill>
              </a:rPr>
              <a:t>84</a:t>
            </a:r>
            <a:endParaRPr lang="en-US" sz="2000">
              <a:solidFill>
                <a:srgbClr val="FF0000"/>
              </a:solidFill>
              <a:ea typeface="Calibri"/>
              <a:cs typeface="Calibri"/>
            </a:endParaRPr>
          </a:p>
          <a:p>
            <a:pPr marL="742950" lvl="1" indent="-285750">
              <a:spcBef>
                <a:spcPts val="600"/>
              </a:spcBef>
              <a:buFont typeface="Courier New" panose="020B0604020202020204" pitchFamily="34" charset="0"/>
              <a:buChar char="o"/>
            </a:pPr>
            <a:r>
              <a:rPr lang="en-US" sz="2000">
                <a:ea typeface="Calibri"/>
                <a:cs typeface="Calibri"/>
              </a:rPr>
              <a:t>Simplest QKD protocol: only need preparation (Alice) &amp; measurements (Bob)</a:t>
            </a:r>
          </a:p>
          <a:p>
            <a:pPr lvl="1">
              <a:spcBef>
                <a:spcPts val="600"/>
              </a:spcBef>
            </a:pPr>
            <a:endParaRPr lang="en-US" sz="2000">
              <a:ea typeface="Calibri"/>
              <a:cs typeface="Calibri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>
                <a:ea typeface="Calibri"/>
                <a:cs typeface="Calibri"/>
              </a:rPr>
              <a:t>Overview of BB84</a:t>
            </a:r>
          </a:p>
          <a:p>
            <a:pPr marL="742950" lvl="1" indent="-285750">
              <a:spcBef>
                <a:spcPts val="600"/>
              </a:spcBef>
              <a:buFont typeface="Courier New" panose="020B0604020202020204" pitchFamily="34" charset="0"/>
              <a:buChar char="o"/>
            </a:pPr>
            <a:r>
              <a:rPr lang="en-US" sz="2000">
                <a:ea typeface="Calibri"/>
                <a:cs typeface="Calibri"/>
              </a:rPr>
              <a:t>Alice and Bob share a classical and a quantum channel</a:t>
            </a:r>
          </a:p>
          <a:p>
            <a:pPr marL="742950" lvl="1" indent="-285750">
              <a:spcBef>
                <a:spcPts val="600"/>
              </a:spcBef>
              <a:buFont typeface="Courier New" panose="020B0604020202020204" pitchFamily="34" charset="0"/>
              <a:buChar char="o"/>
            </a:pPr>
            <a:r>
              <a:rPr lang="en-US" sz="2000">
                <a:ea typeface="Calibri"/>
                <a:cs typeface="Calibri"/>
              </a:rPr>
              <a:t>Alice starts with a random bit string: 1, 0, 0, 1, …</a:t>
            </a:r>
          </a:p>
          <a:p>
            <a:pPr marL="742950" lvl="1" indent="-285750">
              <a:spcBef>
                <a:spcPts val="600"/>
              </a:spcBef>
              <a:buFont typeface="Courier New" panose="020B0604020202020204" pitchFamily="34" charset="0"/>
              <a:buChar char="o"/>
            </a:pPr>
            <a:r>
              <a:rPr lang="en-US" sz="2000">
                <a:ea typeface="Calibri"/>
                <a:cs typeface="Calibri"/>
              </a:rPr>
              <a:t>QKD protocol turns this bit string into a shared key</a:t>
            </a:r>
          </a:p>
          <a:p>
            <a:pPr marL="742950" lvl="1" indent="-285750">
              <a:spcBef>
                <a:spcPts val="600"/>
              </a:spcBef>
              <a:buFont typeface="Courier New" panose="020B0604020202020204" pitchFamily="34" charset="0"/>
              <a:buChar char="o"/>
            </a:pPr>
            <a:r>
              <a:rPr lang="en-US" sz="2000">
                <a:ea typeface="Calibri"/>
                <a:cs typeface="Calibri"/>
              </a:rPr>
              <a:t>This symmetric key provides one-time pad encryption</a:t>
            </a:r>
          </a:p>
        </p:txBody>
      </p:sp>
      <p:pic>
        <p:nvPicPr>
          <p:cNvPr id="3" name="Picture 2" descr="A collage of a person smiling&#10;&#10;AI-generated content may be incorrect.">
            <a:extLst>
              <a:ext uri="{FF2B5EF4-FFF2-40B4-BE49-F238E27FC236}">
                <a16:creationId xmlns:a16="http://schemas.microsoft.com/office/drawing/2014/main" id="{61CE029C-81A4-01FF-5310-3BDCA89CE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8513" y="1711890"/>
            <a:ext cx="1466067" cy="2233809"/>
          </a:xfrm>
          <a:prstGeom prst="rect">
            <a:avLst/>
          </a:prstGeom>
        </p:spPr>
      </p:pic>
      <p:pic>
        <p:nvPicPr>
          <p:cNvPr id="8" name="Picture 7" descr="A diagram of a classical channel&#10;&#10;AI-generated content may be incorrect.">
            <a:extLst>
              <a:ext uri="{FF2B5EF4-FFF2-40B4-BE49-F238E27FC236}">
                <a16:creationId xmlns:a16="http://schemas.microsoft.com/office/drawing/2014/main" id="{B38A110A-4554-DD53-7B39-D305EC310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118" y="4431279"/>
            <a:ext cx="3772422" cy="2066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286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159B653-A360-6E33-D2F6-A0D58B9935A5}"/>
              </a:ext>
            </a:extLst>
          </p:cNvPr>
          <p:cNvSpPr txBox="1">
            <a:spLocks/>
          </p:cNvSpPr>
          <p:nvPr/>
        </p:nvSpPr>
        <p:spPr>
          <a:xfrm>
            <a:off x="457200" y="419100"/>
            <a:ext cx="11277600" cy="762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>
                <a:solidFill>
                  <a:srgbClr val="002C73"/>
                </a:solidFill>
                <a:latin typeface="Arial" panose="020B0604020202020204"/>
                <a:cs typeface="Arial"/>
              </a:rPr>
              <a:t>BB84 Protocol </a:t>
            </a:r>
            <a:endParaRPr lang="en-US" sz="3600" b="1" i="0" u="none" strike="noStrike" kern="1200" cap="none" spc="0" normalizeH="0" baseline="0" noProof="0">
              <a:ln>
                <a:noFill/>
              </a:ln>
              <a:solidFill>
                <a:srgbClr val="002C73"/>
              </a:solidFill>
              <a:effectLst/>
              <a:uLnTx/>
              <a:uFillTx/>
              <a:latin typeface="Arial" panose="020B0604020202020204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BC739E-24F8-66FD-A37D-4CF4952DF00F}"/>
              </a:ext>
            </a:extLst>
          </p:cNvPr>
          <p:cNvSpPr txBox="1"/>
          <p:nvPr/>
        </p:nvSpPr>
        <p:spPr>
          <a:xfrm>
            <a:off x="457200" y="1181100"/>
            <a:ext cx="10590028" cy="406265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sz="2000">
              <a:latin typeface="OpenSans"/>
              <a:ea typeface="Calibri"/>
              <a:cs typeface="Calibri"/>
            </a:endParaRPr>
          </a:p>
          <a:p>
            <a:r>
              <a:rPr lang="en-US" sz="2000">
                <a:ea typeface="Calibri"/>
                <a:cs typeface="Calibri"/>
              </a:rPr>
              <a:t>  </a:t>
            </a:r>
          </a:p>
          <a:p>
            <a:pPr>
              <a:spcBef>
                <a:spcPts val="600"/>
              </a:spcBef>
            </a:pPr>
            <a:endParaRPr lang="en-US" sz="2000">
              <a:ea typeface="Calibri"/>
              <a:cs typeface="Calibri"/>
            </a:endParaRPr>
          </a:p>
          <a:p>
            <a:pPr>
              <a:spcBef>
                <a:spcPts val="600"/>
              </a:spcBef>
            </a:pPr>
            <a:endParaRPr lang="en-US" sz="2000">
              <a:ea typeface="Calibri"/>
              <a:cs typeface="Calibri"/>
            </a:endParaRPr>
          </a:p>
          <a:p>
            <a:pPr>
              <a:spcBef>
                <a:spcPts val="600"/>
              </a:spcBef>
            </a:pPr>
            <a:endParaRPr lang="en-US" sz="2000">
              <a:ea typeface="Calibri"/>
              <a:cs typeface="Calibri"/>
            </a:endParaRPr>
          </a:p>
          <a:p>
            <a:pPr>
              <a:spcBef>
                <a:spcPts val="600"/>
              </a:spcBef>
            </a:pPr>
            <a:endParaRPr lang="en-US" sz="2000">
              <a:ea typeface="Calibri"/>
              <a:cs typeface="Calibri"/>
            </a:endParaRPr>
          </a:p>
          <a:p>
            <a:pPr>
              <a:spcBef>
                <a:spcPts val="600"/>
              </a:spcBef>
            </a:pPr>
            <a:r>
              <a:rPr lang="en-US" sz="2000">
                <a:ea typeface="Calibri"/>
                <a:cs typeface="Calibri"/>
              </a:rPr>
              <a:t>Assumptions</a:t>
            </a:r>
          </a:p>
          <a:p>
            <a:pPr>
              <a:spcBef>
                <a:spcPts val="600"/>
              </a:spcBef>
            </a:pPr>
            <a:endParaRPr lang="en-US" sz="2000">
              <a:ea typeface="Calibri"/>
              <a:cs typeface="Calibri"/>
            </a:endParaRPr>
          </a:p>
          <a:p>
            <a:pPr>
              <a:spcBef>
                <a:spcPts val="600"/>
              </a:spcBef>
            </a:pPr>
            <a:endParaRPr lang="en-US" sz="2000">
              <a:ea typeface="Calibri"/>
              <a:cs typeface="Calibri"/>
            </a:endParaRPr>
          </a:p>
          <a:p>
            <a:pPr>
              <a:spcBef>
                <a:spcPts val="600"/>
              </a:spcBef>
            </a:pPr>
            <a:r>
              <a:rPr lang="en-US" sz="2000">
                <a:ea typeface="Calibri"/>
                <a:cs typeface="Calibri"/>
              </a:rPr>
              <a:t>Set up</a:t>
            </a:r>
          </a:p>
          <a:p>
            <a:pPr lvl="1"/>
            <a:endParaRPr lang="en-US" b="1"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02BF0E-5668-4499-1048-1609015D3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1323" y="4536770"/>
            <a:ext cx="3972969" cy="2158131"/>
          </a:xfrm>
          <a:prstGeom prst="rect">
            <a:avLst/>
          </a:prstGeom>
        </p:spPr>
      </p:pic>
      <p:pic>
        <p:nvPicPr>
          <p:cNvPr id="5" name="Picture 4" descr="A diagram of a mathematical equation&#10;&#10;AI-generated content may be incorrect.">
            <a:extLst>
              <a:ext uri="{FF2B5EF4-FFF2-40B4-BE49-F238E27FC236}">
                <a16:creationId xmlns:a16="http://schemas.microsoft.com/office/drawing/2014/main" id="{659EEF7E-8B90-3FFC-CFF0-C5E61DDDF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610" y="4474147"/>
            <a:ext cx="3419642" cy="22751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1BE2C5-A31E-34A4-5D30-482B264F9B75}"/>
              </a:ext>
            </a:extLst>
          </p:cNvPr>
          <p:cNvSpPr txBox="1"/>
          <p:nvPr/>
        </p:nvSpPr>
        <p:spPr>
          <a:xfrm>
            <a:off x="3455096" y="1894562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WILL FINISH TMR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178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E70D2-467B-EA73-0649-B9A58E93A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2741F24-76C7-9C01-1DBD-5EE3762FAACA}"/>
              </a:ext>
            </a:extLst>
          </p:cNvPr>
          <p:cNvSpPr txBox="1">
            <a:spLocks/>
          </p:cNvSpPr>
          <p:nvPr/>
        </p:nvSpPr>
        <p:spPr>
          <a:xfrm>
            <a:off x="457200" y="419100"/>
            <a:ext cx="11277600" cy="762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2C73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Study Approach 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EAAD5C-2D15-E82B-FA78-5A05362D915A}"/>
              </a:ext>
            </a:extLst>
          </p:cNvPr>
          <p:cNvSpPr txBox="1"/>
          <p:nvPr/>
        </p:nvSpPr>
        <p:spPr>
          <a:xfrm>
            <a:off x="457200" y="1181100"/>
            <a:ext cx="10590028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>
              <a:solidFill>
                <a:srgbClr val="202123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Implement BB84 using </a:t>
            </a:r>
            <a:r>
              <a:rPr lang="en-US" sz="2000" err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Qiskit</a:t>
            </a:r>
            <a:r>
              <a:rPr lang="en-US" sz="200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on:</a:t>
            </a:r>
            <a:endParaRPr lang="en-US">
              <a:latin typeface="Calibri"/>
              <a:ea typeface="Calibri"/>
              <a:cs typeface="Calibri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>
                <a:solidFill>
                  <a:srgbClr val="2021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Idea BB84 (no Eve):</a:t>
            </a:r>
          </a:p>
          <a:p>
            <a:pPr marL="1371600" lvl="2" indent="-457200">
              <a:buFont typeface="+mj-lt"/>
              <a:buAutoNum type="arabicParenR"/>
            </a:pPr>
            <a:r>
              <a:rPr lang="en-US">
                <a:solidFill>
                  <a:srgbClr val="2021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Local simulation: no noise, no Eve</a:t>
            </a:r>
          </a:p>
          <a:p>
            <a:pPr marL="1371600" lvl="2" indent="-457200">
              <a:buFont typeface="+mj-lt"/>
              <a:buAutoNum type="arabicParenR"/>
            </a:pPr>
            <a:r>
              <a:rPr lang="en-US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Local simulation with depolarizing noise + sweep across error rates</a:t>
            </a:r>
            <a:endParaRPr lang="en-US">
              <a:solidFill>
                <a:srgbClr val="202123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1371600" lvl="2" indent="-457200">
              <a:buFont typeface="+mj-lt"/>
              <a:buAutoNum type="arabicParenR"/>
            </a:pPr>
            <a:r>
              <a:rPr lang="en-US">
                <a:solidFill>
                  <a:srgbClr val="2021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Simulation of BB84 on IBM platform</a:t>
            </a:r>
          </a:p>
          <a:p>
            <a:pPr marL="800100" lvl="1" indent="-3429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2000">
                <a:solidFill>
                  <a:srgbClr val="2021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Then extend the pipeline with:</a:t>
            </a:r>
          </a:p>
          <a:p>
            <a:pPr marL="1257300" lvl="2" indent="-342900">
              <a:buFont typeface="+mj-lt"/>
              <a:buAutoNum type="arabicParenR"/>
            </a:pPr>
            <a:r>
              <a:rPr lang="en-US">
                <a:solidFill>
                  <a:srgbClr val="2021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Eavesdropper</a:t>
            </a:r>
          </a:p>
          <a:p>
            <a:pPr marL="1257300" lvl="2" indent="-342900">
              <a:buFont typeface="+mj-lt"/>
              <a:buAutoNum type="arabicParenR"/>
            </a:pPr>
            <a:r>
              <a:rPr lang="en-US">
                <a:solidFill>
                  <a:srgbClr val="2021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Error correction</a:t>
            </a:r>
          </a:p>
          <a:p>
            <a:pPr marL="1257300" lvl="2" indent="-342900">
              <a:buFont typeface="+mj-lt"/>
              <a:buAutoNum type="arabicParenR"/>
            </a:pPr>
            <a:r>
              <a:rPr lang="en-US">
                <a:solidFill>
                  <a:srgbClr val="2021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Privacy amplification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>
                <a:solidFill>
                  <a:srgbClr val="2021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Metrics: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>
                <a:solidFill>
                  <a:srgbClr val="2021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QBER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>
                <a:solidFill>
                  <a:srgbClr val="2021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Fidelity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7D5D24-0228-DB90-2628-3F899EC62B3D}"/>
              </a:ext>
            </a:extLst>
          </p:cNvPr>
          <p:cNvSpPr txBox="1"/>
          <p:nvPr/>
        </p:nvSpPr>
        <p:spPr>
          <a:xfrm>
            <a:off x="6096000" y="342900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WILL FINISH TMR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74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8ABD-B636-0D6A-454D-7C9983FDC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C42AF74-C537-A886-53B7-E8DF3240B7B7}"/>
              </a:ext>
            </a:extLst>
          </p:cNvPr>
          <p:cNvSpPr txBox="1">
            <a:spLocks/>
          </p:cNvSpPr>
          <p:nvPr/>
        </p:nvSpPr>
        <p:spPr>
          <a:xfrm>
            <a:off x="457200" y="419100"/>
            <a:ext cx="11277600" cy="762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2C73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Study Approach: Baseline BB84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35BDD3-4D84-2737-85CD-6BC4B8FF6EBF}"/>
              </a:ext>
            </a:extLst>
          </p:cNvPr>
          <p:cNvSpPr txBox="1"/>
          <p:nvPr/>
        </p:nvSpPr>
        <p:spPr>
          <a:xfrm>
            <a:off x="457200" y="1181100"/>
            <a:ext cx="7346644" cy="44012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Baseline pipeline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Encoding: Alice randomly selects a basis and a bit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Measurement: Bob randomly selects a basis and measures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Decoding: Alice and Bob compare bases and retain only those bits that match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endParaRPr lang="en-US" sz="2000">
              <a:solidFill>
                <a:srgbClr val="202123"/>
              </a:solidFill>
              <a:latin typeface="Calibri"/>
              <a:ea typeface="Calibri"/>
              <a:cs typeface="Calibri"/>
            </a:endParaRPr>
          </a:p>
          <a:p>
            <a:pPr marL="742950" lvl="1" indent="-285750">
              <a:buFont typeface="Courier New" panose="020B0604020202020204" pitchFamily="34" charset="0"/>
              <a:buChar char="o"/>
            </a:pPr>
            <a:endParaRPr lang="en-US" sz="2000">
              <a:solidFill>
                <a:srgbClr val="202123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Example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Alice's Bits:</a:t>
            </a:r>
            <a:r>
              <a:rPr lang="en-US" sz="2000">
                <a:solidFill>
                  <a:srgbClr val="202123"/>
                </a:solidFill>
                <a:ea typeface="+mn-lt"/>
                <a:cs typeface="+mn-lt"/>
              </a:rPr>
              <a:t> 0,1,1,0,1,0,0,0,0,0,0,1,0,1,0,0,1,1,1,1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rgbClr val="202123"/>
                </a:solidFill>
                <a:ea typeface="+mn-lt"/>
                <a:cs typeface="+mn-lt"/>
              </a:rPr>
              <a:t>Alice's Bases: Z,X,Z,Z,Z,X,X,Z,Z,X,Z,X,Z,X,X,Z,X,X,Z,X 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rgbClr val="202123"/>
                </a:solidFill>
                <a:ea typeface="+mn-lt"/>
                <a:cs typeface="+mn-lt"/>
              </a:rPr>
              <a:t>Bob's Bases: X,Z,Z,Z,Z,Z,Z,X,Z,Z,Z,Z,Z,Z,Z,X,Z,X,Z,X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rgbClr val="202123"/>
                </a:solidFill>
                <a:ea typeface="+mn-lt"/>
                <a:cs typeface="+mn-lt"/>
              </a:rPr>
              <a:t>Bob's Bits: 0,0,1,0,1,0,1,1,0,1,0,1,0,1,1,0,0,1,1,1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rgbClr val="202123"/>
                </a:solidFill>
                <a:ea typeface="+mn-lt"/>
                <a:cs typeface="+mn-lt"/>
              </a:rPr>
              <a:t>Alice's Sifted Key: 1, 0, 1, 0, 0, 0, 1, 1, 1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rgbClr val="202123"/>
                </a:solidFill>
                <a:ea typeface="+mn-lt"/>
                <a:cs typeface="+mn-lt"/>
              </a:rPr>
              <a:t>Bob's Sifted Key: 1, 0, 1, 0, 0, 0, 1, 1, 1 </a:t>
            </a:r>
          </a:p>
        </p:txBody>
      </p:sp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76BC741-5F16-9902-C12D-2B45AF52D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3253" y="0"/>
            <a:ext cx="3930264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2681E1-C30A-4694-4E82-C776EAF05DC0}"/>
              </a:ext>
            </a:extLst>
          </p:cNvPr>
          <p:cNvSpPr txBox="1"/>
          <p:nvPr/>
        </p:nvSpPr>
        <p:spPr>
          <a:xfrm>
            <a:off x="3048000" y="2740068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WILL FINISH TMR</a:t>
            </a:r>
          </a:p>
          <a:p>
            <a:pPr algn="ctr"/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7488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304A8-006D-650D-A219-FE18FBFF2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4E18DA6-D2B6-C95C-2B21-106CCD3998D5}"/>
              </a:ext>
            </a:extLst>
          </p:cNvPr>
          <p:cNvSpPr txBox="1">
            <a:spLocks/>
          </p:cNvSpPr>
          <p:nvPr/>
        </p:nvSpPr>
        <p:spPr>
          <a:xfrm>
            <a:off x="457200" y="419100"/>
            <a:ext cx="11277600" cy="762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2C73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Study Approach: Baseline BB84</a:t>
            </a:r>
            <a:r>
              <a:rPr lang="en-US">
                <a:solidFill>
                  <a:srgbClr val="002C73"/>
                </a:solidFill>
                <a:latin typeface="Arial" panose="020B0604020202020204"/>
              </a:rPr>
              <a:t> Results</a:t>
            </a:r>
            <a:endParaRPr kumimoji="0" lang="en-US" sz="3600" b="1" i="0" u="none" strike="noStrike" kern="1200" cap="none" spc="0" normalizeH="0" baseline="0" noProof="0">
              <a:ln>
                <a:noFill/>
              </a:ln>
              <a:solidFill>
                <a:srgbClr val="002C73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  <p:pic>
        <p:nvPicPr>
          <p:cNvPr id="6" name="Content Placeholder 5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14CA0E71-1D68-49BA-E92A-9D59166130D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619647"/>
            <a:ext cx="5181600" cy="3886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AF1EA0C-4D87-1EF1-C096-CD6029A01C95}"/>
              </a:ext>
            </a:extLst>
          </p:cNvPr>
          <p:cNvSpPr txBox="1"/>
          <p:nvPr/>
        </p:nvSpPr>
        <p:spPr>
          <a:xfrm>
            <a:off x="457200" y="1181100"/>
            <a:ext cx="1059002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>
              <a:solidFill>
                <a:srgbClr val="202123"/>
              </a:solidFill>
              <a:ea typeface="+mn-lt"/>
              <a:cs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835228-B49B-1902-18C5-E49186D55E26}"/>
              </a:ext>
            </a:extLst>
          </p:cNvPr>
          <p:cNvSpPr txBox="1"/>
          <p:nvPr/>
        </p:nvSpPr>
        <p:spPr>
          <a:xfrm>
            <a:off x="457200" y="1976835"/>
            <a:ext cx="5979446" cy="47089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BER</a:t>
            </a:r>
            <a:endParaRPr lang="en-US"/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Noiseless: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200150" lvl="2" indent="-285750">
              <a:buFont typeface="Wingdings" panose="020B0604020202020204" pitchFamily="34" charset="0"/>
              <a:buChar char="§"/>
            </a:pPr>
            <a:r>
              <a:rPr lang="en-US" sz="2000">
                <a:solidFill>
                  <a:srgbClr val="202123"/>
                </a:solidFill>
                <a:ea typeface="+mn-lt"/>
                <a:cs typeface="+mn-lt"/>
              </a:rPr>
              <a:t>Mean case = 0</a:t>
            </a:r>
          </a:p>
          <a:p>
            <a:pPr marL="1200150" lvl="2" indent="-285750">
              <a:buFont typeface="Wingdings,Sans-Serif" panose="020B0604020202020204" pitchFamily="34" charset="0"/>
              <a:buChar char="§"/>
            </a:pPr>
            <a:r>
              <a:rPr lang="en-US" sz="2000">
                <a:solidFill>
                  <a:srgbClr val="202123"/>
                </a:solidFill>
                <a:ea typeface="+mn-lt"/>
                <a:cs typeface="+mn-lt"/>
              </a:rPr>
              <a:t>Worst case = 0</a:t>
            </a:r>
            <a:endParaRPr lang="en-US" sz="2000">
              <a:solidFill>
                <a:srgbClr val="000000"/>
              </a:solidFill>
              <a:ea typeface="+mn-lt"/>
              <a:cs typeface="+mn-lt"/>
            </a:endParaRP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rgbClr val="202123"/>
                </a:solidFill>
                <a:ea typeface="+mn-lt"/>
                <a:cs typeface="+mn-lt"/>
              </a:rPr>
              <a:t>Noisy sim:</a:t>
            </a:r>
          </a:p>
          <a:p>
            <a:pPr marL="1200150" lvl="2" indent="-285750">
              <a:buFont typeface="Wingdings,Sans-Serif" panose="020B0604020202020204" pitchFamily="34" charset="0"/>
              <a:buChar char="§"/>
            </a:pPr>
            <a:r>
              <a:rPr lang="en-US" sz="2000">
                <a:solidFill>
                  <a:srgbClr val="202123"/>
                </a:solidFill>
                <a:ea typeface="+mn-lt"/>
                <a:cs typeface="+mn-lt"/>
              </a:rPr>
              <a:t>Mean case = 0 – 54 </a:t>
            </a:r>
            <a:endParaRPr lang="en-US" sz="2000">
              <a:solidFill>
                <a:srgbClr val="000000"/>
              </a:solidFill>
              <a:ea typeface="+mn-lt"/>
              <a:cs typeface="+mn-lt"/>
            </a:endParaRPr>
          </a:p>
          <a:p>
            <a:pPr marL="1200150" lvl="2" indent="-285750">
              <a:buFont typeface="Wingdings,Sans-Serif" panose="020B0604020202020204" pitchFamily="34" charset="0"/>
              <a:buChar char="§"/>
            </a:pPr>
            <a:r>
              <a:rPr lang="en-US" sz="2000">
                <a:solidFill>
                  <a:srgbClr val="202123"/>
                </a:solidFill>
                <a:ea typeface="+mn-lt"/>
                <a:cs typeface="+mn-lt"/>
              </a:rPr>
              <a:t>Worst case = 0 – 89*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rgbClr val="202123"/>
                </a:solidFill>
                <a:ea typeface="+mn-lt"/>
                <a:cs typeface="+mn-lt"/>
              </a:rPr>
              <a:t>IBM hardware:</a:t>
            </a:r>
          </a:p>
          <a:p>
            <a:pPr marL="1200150" lvl="2" indent="-285750">
              <a:buFont typeface="Wingdings,Sans-Serif" panose="020B0604020202020204" pitchFamily="34" charset="0"/>
              <a:buChar char="§"/>
            </a:pPr>
            <a:r>
              <a:rPr lang="en-US" sz="2000">
                <a:solidFill>
                  <a:srgbClr val="202123"/>
                </a:solidFill>
                <a:ea typeface="+mn-lt"/>
                <a:cs typeface="+mn-lt"/>
              </a:rPr>
              <a:t>Mean case = 2</a:t>
            </a:r>
          </a:p>
          <a:p>
            <a:pPr marL="1200150" lvl="2" indent="-285750">
              <a:buFont typeface="Wingdings" panose="020B0604020202020204" pitchFamily="34" charset="0"/>
              <a:buChar char="§"/>
            </a:pPr>
            <a:r>
              <a:rPr lang="en-US" sz="2000">
                <a:solidFill>
                  <a:srgbClr val="202123"/>
                </a:solidFill>
                <a:ea typeface="+mn-lt"/>
                <a:cs typeface="+mn-lt"/>
              </a:rPr>
              <a:t>Worst case = 11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sz="2000">
              <a:solidFill>
                <a:srgbClr val="202123"/>
              </a:solidFill>
              <a:ea typeface="Calibri"/>
              <a:cs typeface="Calibri"/>
            </a:endParaRPr>
          </a:p>
          <a:p>
            <a:endParaRPr lang="en-US" sz="2000">
              <a:solidFill>
                <a:srgbClr val="202123"/>
              </a:solidFill>
              <a:ea typeface="Calibri"/>
              <a:cs typeface="Calibri"/>
            </a:endParaRPr>
          </a:p>
          <a:p>
            <a:endParaRPr lang="en-US" sz="2000">
              <a:solidFill>
                <a:srgbClr val="202123"/>
              </a:solidFill>
              <a:ea typeface="Calibri"/>
              <a:cs typeface="Calibri"/>
            </a:endParaRPr>
          </a:p>
          <a:p>
            <a:r>
              <a:rPr lang="en-US" sz="1400">
                <a:solidFill>
                  <a:srgbClr val="202123"/>
                </a:solidFill>
                <a:ea typeface="Calibri"/>
                <a:cs typeface="Calibri"/>
              </a:rPr>
              <a:t>*worst case is highly dependent on the error rates</a:t>
            </a:r>
            <a:endParaRPr lang="en-US">
              <a:solidFill>
                <a:srgbClr val="202123"/>
              </a:solidFill>
              <a:ea typeface="Calibri"/>
              <a:cs typeface="Calibri"/>
            </a:endParaRPr>
          </a:p>
          <a:p>
            <a:pPr lvl="2"/>
            <a:r>
              <a:rPr lang="en-US" sz="2000">
                <a:solidFill>
                  <a:srgbClr val="202123"/>
                </a:solidFill>
                <a:ea typeface="Calibri"/>
                <a:cs typeface="Calibri"/>
              </a:rPr>
              <a:t> </a:t>
            </a:r>
          </a:p>
        </p:txBody>
      </p:sp>
    </p:spTree>
    <p:extLst>
      <p:ext uri="{BB962C8B-B14F-4D97-AF65-F5344CB8AC3E}">
        <p14:creationId xmlns:p14="http://schemas.microsoft.com/office/powerpoint/2010/main" val="3518611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5AE7E-8852-4526-E184-B5BC6B7CC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5A9ED97-5617-AC34-6228-0B0DB0944E58}"/>
              </a:ext>
            </a:extLst>
          </p:cNvPr>
          <p:cNvSpPr txBox="1">
            <a:spLocks/>
          </p:cNvSpPr>
          <p:nvPr/>
        </p:nvSpPr>
        <p:spPr>
          <a:xfrm>
            <a:off x="457200" y="419100"/>
            <a:ext cx="11277600" cy="762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2C73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Study Approach: Eavesdropper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DEF5E0-71FC-25BF-8225-2CF699BAE283}"/>
              </a:ext>
            </a:extLst>
          </p:cNvPr>
          <p:cNvSpPr txBox="1"/>
          <p:nvPr/>
        </p:nvSpPr>
        <p:spPr>
          <a:xfrm>
            <a:off x="457200" y="1181100"/>
            <a:ext cx="6072456" cy="34470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2021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Pipeline</a:t>
            </a:r>
          </a:p>
          <a:p>
            <a:pPr marL="742950" lvl="1" indent="-285750">
              <a:buFont typeface="Courier New,monospace" panose="020B0604020202020204" pitchFamily="34" charset="0"/>
              <a:buChar char="o"/>
            </a:pPr>
            <a:r>
              <a:rPr lang="en-US" sz="200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Encoding: Alice randomly selects a basis and a bit</a:t>
            </a:r>
            <a:endParaRPr lang="en-U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742950" lvl="1" indent="-285750">
              <a:buFont typeface="Courier New,monospace" panose="020B0604020202020204" pitchFamily="34" charset="0"/>
              <a:buChar char="o"/>
            </a:pPr>
            <a:r>
              <a:rPr lang="en-US" sz="200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Eve's Measurement: Eve intercepts, randomly selects a basis, and performs a measurement</a:t>
            </a:r>
          </a:p>
          <a:p>
            <a:pPr marL="742950" lvl="1" indent="-285750">
              <a:buFont typeface="Courier New,monospace" panose="020B0604020202020204" pitchFamily="34" charset="0"/>
              <a:buChar char="o"/>
            </a:pPr>
            <a:r>
              <a:rPr lang="en-US" sz="200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Eve's Re-sends: Eve sends the bit that she measured on to Bob</a:t>
            </a:r>
          </a:p>
          <a:p>
            <a:pPr marL="742950" lvl="1" indent="-285750">
              <a:buFont typeface="Courier New,monospace" panose="020B0604020202020204" pitchFamily="34" charset="0"/>
              <a:buChar char="o"/>
            </a:pPr>
            <a:r>
              <a:rPr lang="en-US" sz="200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Measurement: Bob randomly selects a basis and measures</a:t>
            </a:r>
            <a:endParaRPr lang="en-U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742950" lvl="1" indent="-285750">
              <a:buFont typeface="Courier New,monospace" panose="020B0604020202020204" pitchFamily="34" charset="0"/>
              <a:buChar char="o"/>
            </a:pPr>
            <a:r>
              <a:rPr lang="en-US" sz="2000" dirty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Decoding: Alice and Bob compare bases and retain only those bits that match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 descr="A screenshot of a diagram&#10;&#10;AI-generated content may be incorrect.">
            <a:extLst>
              <a:ext uri="{FF2B5EF4-FFF2-40B4-BE49-F238E27FC236}">
                <a16:creationId xmlns:a16="http://schemas.microsoft.com/office/drawing/2014/main" id="{C4B46866-D574-0180-207E-15A941723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7025" y="0"/>
            <a:ext cx="4891377" cy="677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508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7C27A-7D94-AEAE-FCF4-BA05B2052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CDEBB5F-84A9-8F5A-2813-A797EF6A3B76}"/>
              </a:ext>
            </a:extLst>
          </p:cNvPr>
          <p:cNvSpPr txBox="1">
            <a:spLocks/>
          </p:cNvSpPr>
          <p:nvPr/>
        </p:nvSpPr>
        <p:spPr>
          <a:xfrm>
            <a:off x="457200" y="419100"/>
            <a:ext cx="11277600" cy="762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2C73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Study Approach: </a:t>
            </a:r>
            <a:r>
              <a:rPr lang="en-US">
                <a:solidFill>
                  <a:srgbClr val="002C73"/>
                </a:solidFill>
                <a:latin typeface="Arial" panose="020B0604020202020204"/>
              </a:rPr>
              <a:t>Eavesdropper Results</a:t>
            </a:r>
            <a:endParaRPr kumimoji="0" lang="en-US" sz="3600" b="1" i="0" u="none" strike="noStrike" kern="1200" cap="none" spc="0" normalizeH="0" baseline="0" noProof="0">
              <a:ln>
                <a:noFill/>
              </a:ln>
              <a:solidFill>
                <a:srgbClr val="002C73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  <p:pic>
        <p:nvPicPr>
          <p:cNvPr id="6" name="Content Placeholder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ADAFC40A-0DE2-E980-AB95-D4874EDC4D6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619647"/>
            <a:ext cx="5181600" cy="3886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3D74E32-1836-A36A-2978-CE76B22FFE28}"/>
              </a:ext>
            </a:extLst>
          </p:cNvPr>
          <p:cNvSpPr txBox="1"/>
          <p:nvPr/>
        </p:nvSpPr>
        <p:spPr>
          <a:xfrm>
            <a:off x="457200" y="1181100"/>
            <a:ext cx="1059002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>
              <a:solidFill>
                <a:srgbClr val="202123"/>
              </a:solidFill>
              <a:ea typeface="+mn-lt"/>
              <a:cs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A554D2-D37E-1CB5-3350-39ADF0933854}"/>
              </a:ext>
            </a:extLst>
          </p:cNvPr>
          <p:cNvSpPr txBox="1"/>
          <p:nvPr/>
        </p:nvSpPr>
        <p:spPr>
          <a:xfrm>
            <a:off x="457200" y="1976835"/>
            <a:ext cx="5979446" cy="461664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BER</a:t>
            </a:r>
            <a:endParaRPr lang="en-US"/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Noiseless: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200150" lvl="2" indent="-285750">
              <a:buFont typeface="Wingdings" panose="020B0604020202020204" pitchFamily="34" charset="0"/>
              <a:buChar char="§"/>
            </a:pPr>
            <a:r>
              <a:rPr lang="en-US" sz="2000">
                <a:solidFill>
                  <a:srgbClr val="202123"/>
                </a:solidFill>
                <a:ea typeface="+mn-lt"/>
                <a:cs typeface="+mn-lt"/>
              </a:rPr>
              <a:t>Mean case = 25</a:t>
            </a:r>
          </a:p>
          <a:p>
            <a:pPr marL="1200150" lvl="2" indent="-285750">
              <a:buFont typeface="Wingdings,Sans-Serif" panose="020B0604020202020204" pitchFamily="34" charset="0"/>
              <a:buChar char="§"/>
            </a:pPr>
            <a:r>
              <a:rPr lang="en-US" sz="2000">
                <a:solidFill>
                  <a:srgbClr val="202123"/>
                </a:solidFill>
                <a:ea typeface="+mn-lt"/>
                <a:cs typeface="+mn-lt"/>
              </a:rPr>
              <a:t>Worst case = 37.5</a:t>
            </a:r>
            <a:endParaRPr lang="en-US" sz="2000">
              <a:solidFill>
                <a:srgbClr val="000000"/>
              </a:solidFill>
              <a:ea typeface="+mn-lt"/>
              <a:cs typeface="+mn-lt"/>
            </a:endParaRP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rgbClr val="202123"/>
                </a:solidFill>
                <a:ea typeface="+mn-lt"/>
                <a:cs typeface="+mn-lt"/>
              </a:rPr>
              <a:t>Noisy sim:</a:t>
            </a:r>
          </a:p>
          <a:p>
            <a:pPr marL="1200150" lvl="2" indent="-285750">
              <a:buFont typeface="Wingdings,Sans-Serif" panose="020B0604020202020204" pitchFamily="34" charset="0"/>
              <a:buChar char="§"/>
            </a:pPr>
            <a:r>
              <a:rPr lang="en-US" sz="2000">
                <a:solidFill>
                  <a:srgbClr val="202123"/>
                </a:solidFill>
                <a:ea typeface="+mn-lt"/>
                <a:cs typeface="+mn-lt"/>
              </a:rPr>
              <a:t>Mean case = 22 – 54</a:t>
            </a:r>
            <a:endParaRPr lang="en-US" sz="2000">
              <a:solidFill>
                <a:srgbClr val="000000"/>
              </a:solidFill>
              <a:ea typeface="+mn-lt"/>
              <a:cs typeface="+mn-lt"/>
            </a:endParaRPr>
          </a:p>
          <a:p>
            <a:pPr marL="1200150" lvl="2" indent="-285750">
              <a:buFont typeface="Wingdings,Sans-Serif" panose="020B0604020202020204" pitchFamily="34" charset="0"/>
              <a:buChar char="§"/>
            </a:pPr>
            <a:r>
              <a:rPr lang="en-US" sz="2000">
                <a:solidFill>
                  <a:srgbClr val="202123"/>
                </a:solidFill>
                <a:ea typeface="+mn-lt"/>
                <a:cs typeface="+mn-lt"/>
              </a:rPr>
              <a:t>Worst case = 37.5 – 87.5*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rgbClr val="202123"/>
                </a:solidFill>
                <a:ea typeface="+mn-lt"/>
                <a:cs typeface="+mn-lt"/>
              </a:rPr>
              <a:t>IBM hardware:</a:t>
            </a:r>
          </a:p>
          <a:p>
            <a:pPr marL="1200150" lvl="2" indent="-285750">
              <a:buFont typeface="Wingdings,Sans-Serif" panose="020B0604020202020204" pitchFamily="34" charset="0"/>
              <a:buChar char="§"/>
            </a:pPr>
            <a:r>
              <a:rPr lang="en-US" sz="2000">
                <a:solidFill>
                  <a:srgbClr val="202123"/>
                </a:solidFill>
                <a:ea typeface="+mn-lt"/>
                <a:cs typeface="+mn-lt"/>
              </a:rPr>
              <a:t>Mean case = 28</a:t>
            </a:r>
          </a:p>
          <a:p>
            <a:pPr marL="1200150" lvl="2" indent="-285750">
              <a:buFont typeface="Wingdings" panose="020B0604020202020204" pitchFamily="34" charset="0"/>
              <a:buChar char="§"/>
            </a:pPr>
            <a:r>
              <a:rPr lang="en-US" sz="2000">
                <a:solidFill>
                  <a:srgbClr val="202123"/>
                </a:solidFill>
                <a:ea typeface="+mn-lt"/>
                <a:cs typeface="+mn-lt"/>
              </a:rPr>
              <a:t>Worst case = 37.5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1200150" lvl="2" indent="-285750">
              <a:buFont typeface="Wingdings" panose="020B0604020202020204" pitchFamily="34" charset="0"/>
              <a:buChar char="§"/>
            </a:pPr>
            <a:r>
              <a:rPr lang="en-US" sz="2000">
                <a:solidFill>
                  <a:srgbClr val="202123"/>
                </a:solidFill>
                <a:ea typeface="Calibri"/>
                <a:cs typeface="Calibri"/>
              </a:rPr>
              <a:t>Best case = 12.5</a:t>
            </a:r>
          </a:p>
          <a:p>
            <a:endParaRPr lang="en-US" sz="2000">
              <a:solidFill>
                <a:srgbClr val="202123"/>
              </a:solidFill>
              <a:ea typeface="Calibri"/>
              <a:cs typeface="Calibri"/>
            </a:endParaRPr>
          </a:p>
          <a:p>
            <a:endParaRPr lang="en-US" sz="2000">
              <a:solidFill>
                <a:srgbClr val="202123"/>
              </a:solidFill>
              <a:ea typeface="Calibri"/>
              <a:cs typeface="Calibri"/>
            </a:endParaRPr>
          </a:p>
          <a:p>
            <a:r>
              <a:rPr lang="en-US" sz="1400">
                <a:solidFill>
                  <a:srgbClr val="202123"/>
                </a:solidFill>
                <a:ea typeface="Calibri"/>
                <a:cs typeface="Calibri"/>
              </a:rPr>
              <a:t>*worst case is highly dependent on the error rates</a:t>
            </a:r>
            <a:endParaRPr lang="en-US">
              <a:solidFill>
                <a:srgbClr val="202123"/>
              </a:solidFill>
              <a:ea typeface="Calibri"/>
              <a:cs typeface="Calibri"/>
            </a:endParaRPr>
          </a:p>
          <a:p>
            <a:pPr lvl="2"/>
            <a:r>
              <a:rPr lang="en-US" sz="2000">
                <a:solidFill>
                  <a:srgbClr val="202123"/>
                </a:solidFill>
                <a:ea typeface="Calibri"/>
                <a:cs typeface="Calibri"/>
              </a:rPr>
              <a:t> </a:t>
            </a:r>
          </a:p>
        </p:txBody>
      </p:sp>
    </p:spTree>
    <p:extLst>
      <p:ext uri="{BB962C8B-B14F-4D97-AF65-F5344CB8AC3E}">
        <p14:creationId xmlns:p14="http://schemas.microsoft.com/office/powerpoint/2010/main" val="3184180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D6C3D-6A16-9745-F8E2-F019A1BC3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0D18C84-ADC7-28BA-9B83-B2996B0C2B82}"/>
              </a:ext>
            </a:extLst>
          </p:cNvPr>
          <p:cNvSpPr txBox="1">
            <a:spLocks/>
          </p:cNvSpPr>
          <p:nvPr/>
        </p:nvSpPr>
        <p:spPr>
          <a:xfrm>
            <a:off x="457200" y="419100"/>
            <a:ext cx="11277600" cy="762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2C73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Study Approach: </a:t>
            </a:r>
            <a:r>
              <a:rPr lang="en-US">
                <a:solidFill>
                  <a:srgbClr val="002C73"/>
                </a:solidFill>
                <a:latin typeface="Arial" panose="020B0604020202020204"/>
              </a:rPr>
              <a:t>Comparison</a:t>
            </a:r>
            <a:endParaRPr kumimoji="0" lang="en-US" sz="3600" b="1" i="0" u="none" strike="noStrike" kern="1200" cap="none" spc="0" normalizeH="0" baseline="0" noProof="0">
              <a:ln>
                <a:noFill/>
              </a:ln>
              <a:solidFill>
                <a:srgbClr val="002C73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69A63A7-6F6C-698D-BE2C-2357C9442D5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602394"/>
            <a:ext cx="5181600" cy="3886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2D65516-AEBE-84A3-942E-77A985E73CF8}"/>
              </a:ext>
            </a:extLst>
          </p:cNvPr>
          <p:cNvSpPr txBox="1"/>
          <p:nvPr/>
        </p:nvSpPr>
        <p:spPr>
          <a:xfrm>
            <a:off x="457200" y="1181100"/>
            <a:ext cx="1059002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>
              <a:solidFill>
                <a:srgbClr val="202123"/>
              </a:solidFill>
              <a:ea typeface="+mn-lt"/>
              <a:cs typeface="+mn-lt"/>
            </a:endParaRPr>
          </a:p>
        </p:txBody>
      </p:sp>
      <p:pic>
        <p:nvPicPr>
          <p:cNvPr id="3" name="Content Placeholder 5" descr="A graph of loss levels&#10;&#10;AI-generated content may be incorrect.">
            <a:extLst>
              <a:ext uri="{FF2B5EF4-FFF2-40B4-BE49-F238E27FC236}">
                <a16:creationId xmlns:a16="http://schemas.microsoft.com/office/drawing/2014/main" id="{31DBAED4-A4A3-82FA-18C6-C5E6A96B7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713" y="1602394"/>
            <a:ext cx="5181600" cy="3886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CA1A1F-9E01-6212-4ACB-4E1DFDEB3986}"/>
              </a:ext>
            </a:extLst>
          </p:cNvPr>
          <p:cNvSpPr txBox="1"/>
          <p:nvPr/>
        </p:nvSpPr>
        <p:spPr>
          <a:xfrm>
            <a:off x="2134982" y="1255345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No Eavesdropping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4F2162-3620-CA29-BD2C-C62EBFE7A894}"/>
              </a:ext>
            </a:extLst>
          </p:cNvPr>
          <p:cNvSpPr txBox="1"/>
          <p:nvPr/>
        </p:nvSpPr>
        <p:spPr>
          <a:xfrm>
            <a:off x="7388469" y="1255345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With Eavesdropping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714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6BD14-29DA-D384-2F44-C8EB548E3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6926664-20E7-6DF0-D833-9358637E0109}"/>
              </a:ext>
            </a:extLst>
          </p:cNvPr>
          <p:cNvSpPr txBox="1">
            <a:spLocks/>
          </p:cNvSpPr>
          <p:nvPr/>
        </p:nvSpPr>
        <p:spPr>
          <a:xfrm>
            <a:off x="457200" y="419100"/>
            <a:ext cx="11277600" cy="762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2C73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Study Approach: Error Correction (Cascade)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508FDDF-3951-0564-B047-DD35ABA722F0}"/>
                  </a:ext>
                </a:extLst>
              </p:cNvPr>
              <p:cNvSpPr txBox="1"/>
              <p:nvPr/>
            </p:nvSpPr>
            <p:spPr>
              <a:xfrm>
                <a:off x="457200" y="1181100"/>
                <a:ext cx="10590028" cy="454611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202123"/>
                    </a:solidFill>
                    <a:latin typeface="Calibri"/>
                    <a:ea typeface="Calibri"/>
                    <a:cs typeface="Calibri"/>
                  </a:rPr>
                  <a:t>After achieving a sifted key, how do we know it is correct?</a:t>
                </a:r>
                <a:endParaRPr lang="en-US" sz="2000" dirty="0">
                  <a:solidFill>
                    <a:srgbClr val="202123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buFont typeface="Courier New" panose="020B0604020202020204" pitchFamily="34" charset="0"/>
                  <a:buChar char="o"/>
                </a:pPr>
                <a:r>
                  <a:rPr lang="en-US" sz="2000" dirty="0">
                    <a:solidFill>
                      <a:srgbClr val="202123"/>
                    </a:solidFill>
                    <a:latin typeface="Calibri"/>
                    <a:ea typeface="Calibri"/>
                    <a:cs typeface="Calibri"/>
                  </a:rPr>
                  <a:t>Cascade Procedure [1]</a:t>
                </a:r>
              </a:p>
              <a:p>
                <a:pPr marL="1200150" lvl="2" indent="-285750">
                  <a:buFont typeface="Wingdings" panose="020B0604020202020204" pitchFamily="34" charset="0"/>
                  <a:buChar char="§"/>
                </a:pPr>
                <a:r>
                  <a:rPr lang="en-US" sz="2000" dirty="0">
                    <a:solidFill>
                      <a:srgbClr val="202123"/>
                    </a:solidFill>
                    <a:latin typeface="Calibri"/>
                    <a:ea typeface="Calibri"/>
                    <a:cs typeface="Calibri"/>
                  </a:rPr>
                  <a:t>Divide the key into blocks and perform a parity check on each block</a:t>
                </a:r>
              </a:p>
              <a:p>
                <a:pPr marL="1657350" lvl="3" indent="-285750">
                  <a:buFont typeface="Wingdings" panose="020B0604020202020204" pitchFamily="34" charset="0"/>
                  <a:buChar char="§"/>
                </a:pPr>
                <a:r>
                  <a:rPr lang="en-US" sz="2000" dirty="0">
                    <a:solidFill>
                      <a:srgbClr val="202123"/>
                    </a:solidFill>
                    <a:latin typeface="Calibri"/>
                    <a:ea typeface="Calibri"/>
                    <a:cs typeface="Calibri"/>
                  </a:rPr>
                  <a:t>Heuristic for block size: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202123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≈</m:t>
                    </m:r>
                    <m:f>
                      <m:fPr>
                        <m:ctrlPr>
                          <a:rPr lang="en-US" sz="2000" b="0" i="1" smtClean="0">
                            <a:solidFill>
                              <a:srgbClr val="202123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srgbClr val="202123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solidFill>
                              <a:srgbClr val="202123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𝑄𝐵𝐸𝑅</m:t>
                        </m:r>
                      </m:den>
                    </m:f>
                  </m:oMath>
                </a14:m>
                <a:endParaRPr lang="en-US" sz="2000" dirty="0">
                  <a:solidFill>
                    <a:srgbClr val="202123"/>
                  </a:solidFill>
                  <a:latin typeface="Calibri"/>
                  <a:ea typeface="Calibri"/>
                  <a:cs typeface="Calibri"/>
                </a:endParaRPr>
              </a:p>
              <a:p>
                <a:pPr marL="1657350" lvl="3" indent="-285750">
                  <a:buFont typeface="Wingdings" panose="020B0604020202020204" pitchFamily="34" charset="0"/>
                  <a:buChar char="§"/>
                </a:pPr>
                <a:r>
                  <a:rPr lang="en-US" sz="2000" dirty="0">
                    <a:solidFill>
                      <a:srgbClr val="202123"/>
                    </a:solidFill>
                    <a:latin typeface="Calibri"/>
                    <a:ea typeface="Calibri"/>
                    <a:cs typeface="Calibri"/>
                  </a:rPr>
                  <a:t>Iterate over any mismatches in parity (binary search) to find error(s)</a:t>
                </a:r>
              </a:p>
              <a:p>
                <a:pPr marL="1657350" lvl="3" indent="-285750">
                  <a:buFont typeface="Wingdings" panose="020B0604020202020204" pitchFamily="34" charset="0"/>
                  <a:buChar char="§"/>
                </a:pPr>
                <a:r>
                  <a:rPr lang="en-US" sz="2000" dirty="0">
                    <a:solidFill>
                      <a:srgbClr val="202123"/>
                    </a:solidFill>
                    <a:ea typeface="Calibri"/>
                    <a:cs typeface="Calibri"/>
                  </a:rPr>
                  <a:t>Each parity comparison leaks a bit of information to eavesdropper</a:t>
                </a:r>
                <a:endParaRPr lang="en-US" sz="2000" dirty="0">
                  <a:solidFill>
                    <a:srgbClr val="202123"/>
                  </a:solidFill>
                  <a:latin typeface="Calibri"/>
                  <a:ea typeface="Calibri"/>
                  <a:cs typeface="Calibri"/>
                </a:endParaRPr>
              </a:p>
              <a:p>
                <a:pPr marL="1200150" lvl="2" indent="-285750">
                  <a:buFont typeface="Wingdings" panose="020B0604020202020204" pitchFamily="34" charset="0"/>
                  <a:buChar char="§"/>
                </a:pPr>
                <a:r>
                  <a:rPr lang="en-US" sz="2000" dirty="0">
                    <a:solidFill>
                      <a:srgbClr val="202123"/>
                    </a:solidFill>
                    <a:latin typeface="Calibri"/>
                    <a:ea typeface="Calibri"/>
                    <a:cs typeface="Calibri"/>
                  </a:rPr>
                  <a:t>Permute the bits and repeat</a:t>
                </a:r>
              </a:p>
              <a:p>
                <a:pPr marL="1657350" lvl="3" indent="-285750">
                  <a:buFont typeface="Wingdings" panose="020B0604020202020204" pitchFamily="34" charset="0"/>
                  <a:buChar char="§"/>
                </a:pPr>
                <a:r>
                  <a:rPr lang="en-US" sz="2000" dirty="0">
                    <a:solidFill>
                      <a:srgbClr val="202123"/>
                    </a:solidFill>
                    <a:latin typeface="Calibri"/>
                    <a:ea typeface="Calibri"/>
                    <a:cs typeface="Calibri"/>
                  </a:rPr>
                  <a:t>Increasing the number of permutations resolves more errors but increases information leakage</a:t>
                </a:r>
              </a:p>
              <a:p>
                <a:pPr marL="742950" lvl="1" indent="-285750">
                  <a:buFont typeface="Courier New" panose="020B0604020202020204" pitchFamily="34" charset="0"/>
                  <a:buChar char="o"/>
                </a:pPr>
                <a:r>
                  <a:rPr lang="en-US" sz="2000" dirty="0">
                    <a:solidFill>
                      <a:srgbClr val="202123"/>
                    </a:solidFill>
                    <a:latin typeface="Calibri"/>
                    <a:ea typeface="Calibri"/>
                    <a:cs typeface="Calibri"/>
                  </a:rPr>
                  <a:t>Only requires communication over a public channel</a:t>
                </a:r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2021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Results:</a:t>
                </a: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en-US" dirty="0">
                    <a:solidFill>
                      <a:srgbClr val="202123"/>
                    </a:solidFill>
                    <a:latin typeface="Calibri"/>
                    <a:ea typeface="Calibri"/>
                    <a:cs typeface="Calibri"/>
                  </a:rPr>
                  <a:t>Pre-correction QBER: 92% match (59 of 64 bits)</a:t>
                </a:r>
                <a:endParaRPr lang="en-US" dirty="0">
                  <a:solidFill>
                    <a:srgbClr val="202123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</a:endParaRP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en-US" dirty="0">
                    <a:solidFill>
                      <a:srgbClr val="202123"/>
                    </a:solidFill>
                    <a:latin typeface="Calibri"/>
                    <a:ea typeface="Calibri"/>
                    <a:cs typeface="Calibri"/>
                  </a:rPr>
                  <a:t>Post-correction QBER: 100% match (64 of 64 bits)</a:t>
                </a:r>
              </a:p>
              <a:p>
                <a:pPr marL="1200150" lvl="2" indent="-285750">
                  <a:buFont typeface="Wingdings" panose="02070309020205020404" pitchFamily="49" charset="0"/>
                  <a:buChar char="§"/>
                </a:pPr>
                <a:r>
                  <a:rPr lang="en-US" dirty="0">
                    <a:solidFill>
                      <a:srgbClr val="202123"/>
                    </a:solidFill>
                    <a:latin typeface="Calibri"/>
                    <a:ea typeface="Calibri"/>
                    <a:cs typeface="Calibri"/>
                  </a:rPr>
                  <a:t>Up to 5 bits leaked to Eve</a:t>
                </a:r>
                <a:endParaRPr lang="en-US" dirty="0">
                  <a:solidFill>
                    <a:srgbClr val="202123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508FDDF-3951-0564-B047-DD35ABA722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181100"/>
                <a:ext cx="10590028" cy="4546116"/>
              </a:xfrm>
              <a:prstGeom prst="rect">
                <a:avLst/>
              </a:prstGeom>
              <a:blipFill>
                <a:blip r:embed="rId2"/>
                <a:stretch>
                  <a:fillRect l="-518" t="-804" b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3209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63673-A4C9-C2F2-E872-FC16D55C0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569CB27-A021-E4BA-5A20-BE87349885C8}"/>
              </a:ext>
            </a:extLst>
          </p:cNvPr>
          <p:cNvSpPr txBox="1">
            <a:spLocks/>
          </p:cNvSpPr>
          <p:nvPr/>
        </p:nvSpPr>
        <p:spPr>
          <a:xfrm>
            <a:off x="457200" y="419100"/>
            <a:ext cx="11277600" cy="762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2C73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Study Approach: Privacy Amplification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5F91DD6-6252-5987-ED81-0F61A3E07FAE}"/>
                  </a:ext>
                </a:extLst>
              </p:cNvPr>
              <p:cNvSpPr txBox="1"/>
              <p:nvPr/>
            </p:nvSpPr>
            <p:spPr>
              <a:xfrm>
                <a:off x="457200" y="1181100"/>
                <a:ext cx="10590028" cy="473155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202123"/>
                    </a:solidFill>
                    <a:latin typeface="Calibri"/>
                    <a:ea typeface="Calibri"/>
                    <a:cs typeface="Calibri"/>
                  </a:rPr>
                  <a:t>What will be amplified? Eve's mutual information with Alice and Bob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Compress length </a:t>
                </a:r>
                <a:r>
                  <a:rPr lang="en-US" i="1" dirty="0"/>
                  <a:t>n</a:t>
                </a:r>
                <a:r>
                  <a:rPr lang="en-US" dirty="0"/>
                  <a:t> bit string to length </a:t>
                </a:r>
                <a:r>
                  <a:rPr lang="en-US" i="1" dirty="0"/>
                  <a:t>m </a:t>
                </a:r>
                <a:r>
                  <a:rPr lang="en-US" dirty="0"/>
                  <a:t>bit string to maximize entropy [2]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𝐸𝑣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𝑖𝑛𝑓𝑜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𝑠𝑒𝑐𝑢𝑟𝑖𝑡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𝑚𝑎𝑟𝑔𝑖𝑛</m:t>
                        </m:r>
                      </m:sub>
                    </m:sSub>
                  </m:oMath>
                </a14:m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For QBER greater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≈11%</m:t>
                    </m:r>
                  </m:oMath>
                </a14:m>
                <a:r>
                  <a:rPr lang="en-US" dirty="0"/>
                  <a:t>, the information Eve has prohibits compression (i.e.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202123"/>
                    </a:solidFill>
                    <a:latin typeface="Calibri"/>
                    <a:ea typeface="Calibri"/>
                    <a:cs typeface="Calibri"/>
                  </a:rPr>
                  <a:t>By what method? Hashing</a:t>
                </a:r>
                <a:endParaRPr lang="en-US" dirty="0"/>
              </a:p>
              <a:p>
                <a:pPr marL="742950" lvl="1" indent="-285750">
                  <a:buFont typeface="Courier New" panose="020B0604020202020204" pitchFamily="34" charset="0"/>
                  <a:buChar char="o"/>
                </a:pPr>
                <a:r>
                  <a:rPr lang="en-US" sz="2000" dirty="0">
                    <a:solidFill>
                      <a:srgbClr val="202123"/>
                    </a:solidFill>
                    <a:latin typeface="Calibri"/>
                    <a:ea typeface="Calibri"/>
                    <a:cs typeface="Calibri"/>
                  </a:rPr>
                  <a:t>Hashing function is declared over public channel without providing any further information to Eve</a:t>
                </a:r>
              </a:p>
              <a:p>
                <a:pPr marL="742950" lvl="1" indent="-285750">
                  <a:buFont typeface="Courier New" panose="020B0604020202020204" pitchFamily="34" charset="0"/>
                  <a:buChar char="o"/>
                </a:pPr>
                <a:r>
                  <a:rPr lang="en-US" sz="2000" dirty="0">
                    <a:solidFill>
                      <a:srgbClr val="202123"/>
                    </a:solidFill>
                    <a:latin typeface="Calibri"/>
                    <a:ea typeface="Calibri"/>
                    <a:cs typeface="Calibri"/>
                  </a:rPr>
                  <a:t>Toeplitz matrix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2021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Results:</a:t>
                </a: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en-US" dirty="0">
                    <a:solidFill>
                      <a:srgbClr val="202123"/>
                    </a:solidFill>
                    <a:latin typeface="Calibri"/>
                    <a:ea typeface="Calibri"/>
                    <a:cs typeface="Calibri"/>
                  </a:rPr>
                  <a:t>Instead of a 64-bit key where Eve has 5 sets of parity checks, we have 39 bits of private information</a:t>
                </a: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en-US" dirty="0">
                    <a:solidFill>
                      <a:srgbClr val="202123"/>
                    </a:solidFill>
                    <a:latin typeface="Calibri"/>
                    <a:ea typeface="Calibri"/>
                    <a:cs typeface="Calibri"/>
                  </a:rPr>
                  <a:t>A shorter but more secure key</a:t>
                </a:r>
                <a:endParaRPr lang="en-US" dirty="0">
                  <a:solidFill>
                    <a:srgbClr val="202123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</a:endParaRP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en-US" dirty="0">
                    <a:solidFill>
                      <a:srgbClr val="202123"/>
                    </a:solidFill>
                    <a:latin typeface="Calibri"/>
                    <a:ea typeface="Calibri"/>
                    <a:cs typeface="Calibri"/>
                  </a:rPr>
                  <a:t>Example:</a:t>
                </a:r>
                <a:endParaRPr lang="en-US" dirty="0">
                  <a:solidFill>
                    <a:srgbClr val="202123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</a:endParaRPr>
              </a:p>
              <a:p>
                <a:pPr marL="1200150" lvl="2" indent="-285750">
                  <a:buFont typeface="Wingdings" panose="02070309020205020404" pitchFamily="49" charset="0"/>
                  <a:buChar char="§"/>
                </a:pPr>
                <a:r>
                  <a:rPr lang="en-US" dirty="0">
                    <a:solidFill>
                      <a:srgbClr val="202123"/>
                    </a:solidFill>
                    <a:ea typeface="+mn-lt"/>
                    <a:cs typeface="+mn-lt"/>
                  </a:rPr>
                  <a:t>To encode "BB84"</a:t>
                </a:r>
              </a:p>
              <a:p>
                <a:pPr lvl="2"/>
                <a:r>
                  <a:rPr lang="en-US" dirty="0">
                    <a:solidFill>
                      <a:srgbClr val="202123"/>
                    </a:solidFill>
                    <a:ea typeface="+mn-lt"/>
                    <a:cs typeface="+mn-lt"/>
                  </a:rPr>
                  <a:t>Key (bit string shared by Alice and Bob):  11110111001101011111011010111100</a:t>
                </a:r>
              </a:p>
              <a:p>
                <a:pPr lvl="2"/>
                <a:r>
                  <a:rPr lang="en-US" dirty="0"/>
                  <a:t>Cipher Text (bit string encryption of “BB84” by Alice): 11001111101011000101001111011001</a:t>
                </a:r>
              </a:p>
              <a:p>
                <a:pPr lvl="2"/>
                <a:r>
                  <a:rPr lang="en-US" dirty="0">
                    <a:ea typeface="Calibri" panose="020F0502020204030204"/>
                    <a:cs typeface="Calibri" panose="020F0502020204030204"/>
                  </a:rPr>
                  <a:t>Decoded (bit string decryption of cipher by Bob): </a:t>
                </a:r>
                <a:r>
                  <a:rPr lang="en-US" dirty="0">
                    <a:ea typeface="+mn-lt"/>
                    <a:cs typeface="+mn-lt"/>
                  </a:rPr>
                  <a:t>00000000010000100000100000000010</a:t>
                </a:r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5F91DD6-6252-5987-ED81-0F61A3E07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181100"/>
                <a:ext cx="10590028" cy="4731552"/>
              </a:xfrm>
              <a:prstGeom prst="rect">
                <a:avLst/>
              </a:prstGeom>
              <a:blipFill>
                <a:blip r:embed="rId2"/>
                <a:stretch>
                  <a:fillRect l="-518" t="-773" r="-979" b="-11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5145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AF06C-3590-B9C5-76BB-E290393CD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5BC95EF-204C-6506-8B5F-1DB0DBAD4244}"/>
              </a:ext>
            </a:extLst>
          </p:cNvPr>
          <p:cNvSpPr txBox="1">
            <a:spLocks/>
          </p:cNvSpPr>
          <p:nvPr/>
        </p:nvSpPr>
        <p:spPr>
          <a:xfrm>
            <a:off x="457200" y="419100"/>
            <a:ext cx="11277600" cy="762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2C73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ED7CEE-C5E9-CD5A-272A-71445B3DFEC7}"/>
                  </a:ext>
                </a:extLst>
              </p:cNvPr>
              <p:cNvSpPr txBox="1"/>
              <p:nvPr/>
            </p:nvSpPr>
            <p:spPr>
              <a:xfrm>
                <a:off x="457200" y="1181100"/>
                <a:ext cx="10590028" cy="409342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2021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BB84 is provably secure QKD protocol against eavesdropping</a:t>
                </a:r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2021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Noticeable limitations:</a:t>
                </a:r>
              </a:p>
              <a:p>
                <a:pPr marL="742950" lvl="1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2021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Requires sufficiently low QBER to generate a secure key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20212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𝑄𝐵𝐸𝑅</m:t>
                    </m:r>
                    <m:r>
                      <a:rPr lang="en-US" sz="2000" b="0" i="1" smtClean="0">
                        <a:solidFill>
                          <a:srgbClr val="20212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&lt;11% </m:t>
                    </m:r>
                  </m:oMath>
                </a14:m>
                <a:r>
                  <a:rPr lang="en-US" sz="2000" dirty="0">
                    <a:solidFill>
                      <a:srgbClr val="2021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[3])</a:t>
                </a:r>
              </a:p>
              <a:p>
                <a:pPr marL="1200150" lvl="2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2021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Difficult to implement in moderate-to-high noise-plus-interference environments </a:t>
                </a:r>
              </a:p>
              <a:p>
                <a:pPr marL="742950" lvl="1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2021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Requires high information latency</a:t>
                </a:r>
              </a:p>
              <a:p>
                <a:pPr marL="1200150" lvl="2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20212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Comparing basis selection and parities across the public channel is resource intensive</a:t>
                </a:r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202123"/>
                    </a:solidFill>
                    <a:latin typeface="Calibri" panose="020F0502020204030204" pitchFamily="34" charset="0"/>
                    <a:ea typeface="Calibri"/>
                    <a:cs typeface="Calibri" panose="020F0502020204030204" pitchFamily="34" charset="0"/>
                  </a:rPr>
                  <a:t>Improvements:</a:t>
                </a:r>
              </a:p>
              <a:p>
                <a:pPr marL="742950" lvl="1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202123"/>
                    </a:solidFill>
                    <a:latin typeface="Calibri" panose="020F0502020204030204" pitchFamily="34" charset="0"/>
                    <a:ea typeface="Calibri"/>
                    <a:cs typeface="Calibri" panose="020F0502020204030204" pitchFamily="34" charset="0"/>
                  </a:rPr>
                  <a:t>Cascade protocol can be replaced with a low-density parity check (LDPC) protocol to improve reconciliation efficiency [4]</a:t>
                </a:r>
              </a:p>
              <a:p>
                <a:pPr marL="742950" lvl="1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202123"/>
                    </a:solidFill>
                    <a:latin typeface="Calibri" panose="020F0502020204030204" pitchFamily="34" charset="0"/>
                    <a:ea typeface="Calibri"/>
                    <a:cs typeface="Calibri" panose="020F0502020204030204" pitchFamily="34" charset="0"/>
                  </a:rPr>
                  <a:t>Later QKD protocols such as E91 uses entanglement to provide device-independent security [5]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ED7CEE-C5E9-CD5A-272A-71445B3DFE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181100"/>
                <a:ext cx="10590028" cy="4093428"/>
              </a:xfrm>
              <a:prstGeom prst="rect">
                <a:avLst/>
              </a:prstGeom>
              <a:blipFill>
                <a:blip r:embed="rId2"/>
                <a:stretch>
                  <a:fillRect l="-518" t="-894" r="-230" b="-17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5556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BCB00-2422-1CCD-376A-DA9BFEE57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0A989AD-B9F0-9CCD-E295-6B689EE9CA05}"/>
              </a:ext>
            </a:extLst>
          </p:cNvPr>
          <p:cNvSpPr txBox="1">
            <a:spLocks/>
          </p:cNvSpPr>
          <p:nvPr/>
        </p:nvSpPr>
        <p:spPr>
          <a:xfrm>
            <a:off x="457200" y="419100"/>
            <a:ext cx="11277600" cy="762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002C73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Referen</a:t>
            </a:r>
            <a:r>
              <a:rPr lang="en-US">
                <a:solidFill>
                  <a:srgbClr val="002C73"/>
                </a:solidFill>
                <a:latin typeface="Arial" panose="020B0604020202020204"/>
              </a:rPr>
              <a:t>c</a:t>
            </a: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2C73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002C73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9F4900-C9E0-428B-42D2-0030EA9D93D9}"/>
              </a:ext>
            </a:extLst>
          </p:cNvPr>
          <p:cNvSpPr txBox="1"/>
          <p:nvPr/>
        </p:nvSpPr>
        <p:spPr>
          <a:xfrm>
            <a:off x="457200" y="1143350"/>
            <a:ext cx="10590028" cy="40934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G. Brassard and L. Salvail, ‘‘Secret-key reconciliation by public dis </a:t>
            </a:r>
            <a:r>
              <a:rPr lang="en-US" sz="2000" dirty="0" err="1"/>
              <a:t>cussion</a:t>
            </a:r>
            <a:r>
              <a:rPr lang="en-US" sz="2000" dirty="0"/>
              <a:t>,’’ in Advances in Cryptology—EUROCRYPT (Lecture Notes in Computer Science), T. </a:t>
            </a:r>
            <a:r>
              <a:rPr lang="en-US" sz="2000" dirty="0" err="1"/>
              <a:t>Helleseth</a:t>
            </a:r>
            <a:r>
              <a:rPr lang="en-US" sz="2000" dirty="0"/>
              <a:t>, Ed. vol. 765. Berlin, Germany: Springer, 1994.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C. H. Bennett, G. Brassard, and J.-M. Robert, “Privacy amplification by public discussion,” SIAM Journal on Computing, vol. 17, no. 2, pp. 210–229, 1988. [Online]. Available: https://doi.org/10.1137/0217014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P. W. Shor and J. </a:t>
            </a:r>
            <a:r>
              <a:rPr lang="en-US" sz="2000" dirty="0" err="1"/>
              <a:t>Preskill</a:t>
            </a:r>
            <a:r>
              <a:rPr lang="en-US" sz="2000" dirty="0"/>
              <a:t>, “Simple proof of security of the bb84 quantum key distribution protocol,” Physical Review Letters, vol. 85, no. 2, p. 441–444, 2000. [Online]. Available: http: //dx.doi.org/10.1103/PhysRevLett.85.441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Elkouss, David, Jesús Martínez-Mateo, and Vicente Martín. "Information Reconciliation for Quantum Key Distribution Using Low-Density Parity-Check Codes," 2009.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M. A. Nielsen and I. L. Chuang, “Quantum Computation and Quan-tum Information: 10th Anniversary Edition”. Cambridge: </a:t>
            </a:r>
            <a:r>
              <a:rPr lang="en-US" sz="2000" dirty="0" err="1"/>
              <a:t>CambridgeUniversity</a:t>
            </a:r>
            <a:r>
              <a:rPr lang="en-US" sz="2000" dirty="0"/>
              <a:t> Press, 2010.</a:t>
            </a:r>
          </a:p>
        </p:txBody>
      </p:sp>
    </p:spTree>
    <p:extLst>
      <p:ext uri="{BB962C8B-B14F-4D97-AF65-F5344CB8AC3E}">
        <p14:creationId xmlns:p14="http://schemas.microsoft.com/office/powerpoint/2010/main" val="105113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4A3D5-C1C1-2131-970F-D325EBE3F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400B334-7665-58DA-2250-9B9D61176C73}"/>
              </a:ext>
            </a:extLst>
          </p:cNvPr>
          <p:cNvSpPr txBox="1">
            <a:spLocks/>
          </p:cNvSpPr>
          <p:nvPr/>
        </p:nvSpPr>
        <p:spPr>
          <a:xfrm>
            <a:off x="457200" y="419100"/>
            <a:ext cx="11277600" cy="762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2C73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Team Contribution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65C052-E98F-6144-83F2-F6994DE7D4C6}"/>
              </a:ext>
            </a:extLst>
          </p:cNvPr>
          <p:cNvSpPr txBox="1"/>
          <p:nvPr/>
        </p:nvSpPr>
        <p:spPr>
          <a:xfrm>
            <a:off x="457200" y="1181100"/>
            <a:ext cx="9494874" cy="140038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</a:rPr>
              <a:t>As a team, we jointly: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Designed the overall BB84 study and experiment plan</a:t>
            </a:r>
          </a:p>
          <a:p>
            <a:pPr marL="800100" lvl="1" indent="-3429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/>
                <a:ea typeface="Calibri"/>
                <a:cs typeface="Calibri"/>
              </a:rPr>
              <a:t>Implemented code in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Qiskit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5498308-56C6-0976-7133-85BE4FA981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237552"/>
              </p:ext>
            </p:extLst>
          </p:nvPr>
        </p:nvGraphicFramePr>
        <p:xfrm>
          <a:off x="1145212" y="2584360"/>
          <a:ext cx="10428359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5723">
                  <a:extLst>
                    <a:ext uri="{9D8B030D-6E8A-4147-A177-3AD203B41FA5}">
                      <a16:colId xmlns:a16="http://schemas.microsoft.com/office/drawing/2014/main" val="1583185093"/>
                    </a:ext>
                  </a:extLst>
                </a:gridCol>
                <a:gridCol w="6568965">
                  <a:extLst>
                    <a:ext uri="{9D8B030D-6E8A-4147-A177-3AD203B41FA5}">
                      <a16:colId xmlns:a16="http://schemas.microsoft.com/office/drawing/2014/main" val="1507706381"/>
                    </a:ext>
                  </a:extLst>
                </a:gridCol>
                <a:gridCol w="1803671">
                  <a:extLst>
                    <a:ext uri="{9D8B030D-6E8A-4147-A177-3AD203B41FA5}">
                      <a16:colId xmlns:a16="http://schemas.microsoft.com/office/drawing/2014/main" val="37114605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Contributors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800" b="1" i="0" u="none" strike="noStrike" noProof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1800" b="1" i="0" u="none" strike="noStrike" noProof="0">
                          <a:solidFill>
                            <a:schemeClr val="bg1"/>
                          </a:solidFill>
                        </a:rPr>
                        <a:t>esponsibilities</a:t>
                      </a:r>
                      <a:endParaRPr lang="en-US" sz="1800" b="1" i="0" u="none" strike="noStrike" noProof="0">
                        <a:solidFill>
                          <a:schemeClr val="bg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Github</a:t>
                      </a:r>
                      <a:r>
                        <a:rPr lang="en-US"/>
                        <a:t> Commits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882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Uyen Nguyen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Led BB84 ideal cases, noise simulation, hardware experiments, eavesdropper implementation, and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</a:rPr>
                        <a:t>one-time pad experiment.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Co-led error correction and privacy amplification</a:t>
                      </a:r>
                      <a:endParaRPr lang="en-US"/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0" u="none" strike="noStrike" baseline="0" noProof="0">
                          <a:solidFill>
                            <a:srgbClr val="000000"/>
                          </a:solidFill>
                        </a:rPr>
                        <a:t>Conducted experiment analysis</a:t>
                      </a:r>
                      <a:endParaRPr lang="en-US" sz="1800" b="0" i="0" u="none" strike="noStrike" baseline="0" noProof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Co-main author of the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800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Shawn McLain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Co-led error correction and privacy amplification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Co-main author of the report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5432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Ashley Kuta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Responsible for </a:t>
                      </a: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Jupyter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Notebook configuration and setup for the hybrid experiment integrating hardware and local simulation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Noise model sweep</a:t>
                      </a:r>
                    </a:p>
                    <a:p>
                      <a:pPr marL="285750" lvl="0" indent="-285750"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Co-main author of the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4878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2433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F2D81-378A-9E10-7997-254DBF3B5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7318FD0-E31C-34F7-FE00-6D9D020A2717}"/>
              </a:ext>
            </a:extLst>
          </p:cNvPr>
          <p:cNvSpPr txBox="1"/>
          <p:nvPr/>
        </p:nvSpPr>
        <p:spPr>
          <a:xfrm>
            <a:off x="542260" y="2573965"/>
            <a:ext cx="105900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Slide backup</a:t>
            </a:r>
            <a:endParaRPr lang="en-US" b="1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593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1297</Words>
  <Application>Microsoft Office PowerPoint</Application>
  <PresentationFormat>Widescreen</PresentationFormat>
  <Paragraphs>177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Arial</vt:lpstr>
      <vt:lpstr>Arial,Sans-Serif</vt:lpstr>
      <vt:lpstr>Calibri</vt:lpstr>
      <vt:lpstr>Calibri Light</vt:lpstr>
      <vt:lpstr>Cambria Math</vt:lpstr>
      <vt:lpstr>Courier New</vt:lpstr>
      <vt:lpstr>Courier New,monospace</vt:lpstr>
      <vt:lpstr>OpenSans</vt:lpstr>
      <vt:lpstr>Wingdings</vt:lpstr>
      <vt:lpstr>Wingdings,Sans-Serif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Nguyen, Uyen P.</dc:creator>
  <cp:lastModifiedBy>Shawn McLain</cp:lastModifiedBy>
  <cp:revision>301</cp:revision>
  <dcterms:created xsi:type="dcterms:W3CDTF">2026-04-29T01:18:58Z</dcterms:created>
  <dcterms:modified xsi:type="dcterms:W3CDTF">2026-05-03T19:16:38Z</dcterms:modified>
</cp:coreProperties>
</file>